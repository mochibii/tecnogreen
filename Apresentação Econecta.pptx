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83" r:id="rId4"/>
    <p:sldId id="284" r:id="rId5"/>
    <p:sldId id="285" r:id="rId6"/>
    <p:sldId id="258" r:id="rId7"/>
    <p:sldId id="273" r:id="rId8"/>
    <p:sldId id="274" r:id="rId9"/>
    <p:sldId id="275" r:id="rId10"/>
    <p:sldId id="276" r:id="rId11"/>
    <p:sldId id="277" r:id="rId12"/>
    <p:sldId id="259" r:id="rId13"/>
    <p:sldId id="287" r:id="rId14"/>
    <p:sldId id="260" r:id="rId15"/>
    <p:sldId id="261" r:id="rId16"/>
    <p:sldId id="278" r:id="rId17"/>
    <p:sldId id="268" r:id="rId18"/>
    <p:sldId id="269" r:id="rId19"/>
    <p:sldId id="270" r:id="rId20"/>
    <p:sldId id="262" r:id="rId21"/>
    <p:sldId id="279" r:id="rId22"/>
    <p:sldId id="280" r:id="rId23"/>
    <p:sldId id="282" r:id="rId24"/>
    <p:sldId id="281" r:id="rId25"/>
    <p:sldId id="263" r:id="rId26"/>
    <p:sldId id="286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292B4A-AF38-DC51-BF9D-9AB432847F24}" v="347" dt="2025-11-26T14:22:26.714"/>
    <p1510:client id="{27587233-A804-7A53-AFA1-E9E29BDF2401}" v="2" dt="2025-11-27T01:41:02.149"/>
    <p1510:client id="{8AFDC2B1-6F77-4520-C1F3-C9B96D9FA07D}" v="22" dt="2025-11-27T02:00:45.039"/>
    <p1510:client id="{C79BE919-15EE-979E-B9D3-9148ADBDAEA6}" v="6" dt="2025-11-26T03:51:56.050"/>
    <p1510:client id="{D887C873-A535-42C1-AE0B-77DD97D6C10E}" v="240" dt="2025-11-27T02:54:45.8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51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IO BARBOSA TEODORO" userId="S::caio.teodoro01@fatec.sp.gov.br::d45c1639-8c4e-4356-972d-e504e702dded" providerId="AD" clId="Web-{27587233-A804-7A53-AFA1-E9E29BDF2401}"/>
    <pc:docChg chg="modSld">
      <pc:chgData name="CAIO BARBOSA TEODORO" userId="S::caio.teodoro01@fatec.sp.gov.br::d45c1639-8c4e-4356-972d-e504e702dded" providerId="AD" clId="Web-{27587233-A804-7A53-AFA1-E9E29BDF2401}" dt="2025-11-27T01:41:02.149" v="1" actId="1076"/>
      <pc:docMkLst>
        <pc:docMk/>
      </pc:docMkLst>
      <pc:sldChg chg="modSp">
        <pc:chgData name="CAIO BARBOSA TEODORO" userId="S::caio.teodoro01@fatec.sp.gov.br::d45c1639-8c4e-4356-972d-e504e702dded" providerId="AD" clId="Web-{27587233-A804-7A53-AFA1-E9E29BDF2401}" dt="2025-11-27T01:41:02.149" v="1" actId="1076"/>
        <pc:sldMkLst>
          <pc:docMk/>
          <pc:sldMk cId="2881017368" sldId="258"/>
        </pc:sldMkLst>
        <pc:picChg chg="mod">
          <ac:chgData name="CAIO BARBOSA TEODORO" userId="S::caio.teodoro01@fatec.sp.gov.br::d45c1639-8c4e-4356-972d-e504e702dded" providerId="AD" clId="Web-{27587233-A804-7A53-AFA1-E9E29BDF2401}" dt="2025-11-27T01:41:02.149" v="1" actId="1076"/>
          <ac:picMkLst>
            <pc:docMk/>
            <pc:sldMk cId="2881017368" sldId="258"/>
            <ac:picMk id="4" creationId="{2B641C7D-E424-F0FD-873B-D9AA5F1F47F0}"/>
          </ac:picMkLst>
        </pc:picChg>
      </pc:sldChg>
    </pc:docChg>
  </pc:docChgLst>
  <pc:docChgLst>
    <pc:chgData name="GABRIELLA RIBEIRO" userId="S::gabriella.ribeiro2@fatec.sp.gov.br::993c6779-facc-4679-96db-d54b4c2c5252" providerId="AD" clId="Web-{1E292B4A-AF38-DC51-BF9D-9AB432847F24}"/>
    <pc:docChg chg="addSld delSld modSld">
      <pc:chgData name="GABRIELLA RIBEIRO" userId="S::gabriella.ribeiro2@fatec.sp.gov.br::993c6779-facc-4679-96db-d54b4c2c5252" providerId="AD" clId="Web-{1E292B4A-AF38-DC51-BF9D-9AB432847F24}" dt="2025-11-26T14:22:26.714" v="334"/>
      <pc:docMkLst>
        <pc:docMk/>
      </pc:docMkLst>
      <pc:sldChg chg="addSp delSp modSp">
        <pc:chgData name="GABRIELLA RIBEIRO" userId="S::gabriella.ribeiro2@fatec.sp.gov.br::993c6779-facc-4679-96db-d54b4c2c5252" providerId="AD" clId="Web-{1E292B4A-AF38-DC51-BF9D-9AB432847F24}" dt="2025-11-26T14:15:15.393" v="320" actId="14100"/>
        <pc:sldMkLst>
          <pc:docMk/>
          <pc:sldMk cId="3405840587" sldId="257"/>
        </pc:sldMkLst>
        <pc:spChg chg="mod">
          <ac:chgData name="GABRIELLA RIBEIRO" userId="S::gabriella.ribeiro2@fatec.sp.gov.br::993c6779-facc-4679-96db-d54b4c2c5252" providerId="AD" clId="Web-{1E292B4A-AF38-DC51-BF9D-9AB432847F24}" dt="2025-11-26T14:15:09.252" v="319" actId="1076"/>
          <ac:spMkLst>
            <pc:docMk/>
            <pc:sldMk cId="3405840587" sldId="257"/>
            <ac:spMk id="2" creationId="{605AFC77-77B1-A2A6-247E-541698DF5B86}"/>
          </ac:spMkLst>
        </pc:spChg>
        <pc:spChg chg="del">
          <ac:chgData name="GABRIELLA RIBEIRO" userId="S::gabriella.ribeiro2@fatec.sp.gov.br::993c6779-facc-4679-96db-d54b4c2c5252" providerId="AD" clId="Web-{1E292B4A-AF38-DC51-BF9D-9AB432847F24}" dt="2025-11-26T13:22:58.872" v="91"/>
          <ac:spMkLst>
            <pc:docMk/>
            <pc:sldMk cId="3405840587" sldId="257"/>
            <ac:spMk id="3" creationId="{A816C643-488B-9E27-9716-9FE3FC654A5A}"/>
          </ac:spMkLst>
        </pc:spChg>
        <pc:spChg chg="add del mod">
          <ac:chgData name="GABRIELLA RIBEIRO" userId="S::gabriella.ribeiro2@fatec.sp.gov.br::993c6779-facc-4679-96db-d54b4c2c5252" providerId="AD" clId="Web-{1E292B4A-AF38-DC51-BF9D-9AB432847F24}" dt="2025-11-26T13:24:07.763" v="100"/>
          <ac:spMkLst>
            <pc:docMk/>
            <pc:sldMk cId="3405840587" sldId="257"/>
            <ac:spMk id="7" creationId="{2E4F828F-FA59-DD82-73F2-AC181D244342}"/>
          </ac:spMkLst>
        </pc:spChg>
        <pc:picChg chg="add del mod ord">
          <ac:chgData name="GABRIELLA RIBEIRO" userId="S::gabriella.ribeiro2@fatec.sp.gov.br::993c6779-facc-4679-96db-d54b4c2c5252" providerId="AD" clId="Web-{1E292B4A-AF38-DC51-BF9D-9AB432847F24}" dt="2025-11-26T13:23:30.919" v="95"/>
          <ac:picMkLst>
            <pc:docMk/>
            <pc:sldMk cId="3405840587" sldId="257"/>
            <ac:picMk id="4" creationId="{ACB456CC-8661-5D0D-5523-09AE1F53F26B}"/>
          </ac:picMkLst>
        </pc:picChg>
        <pc:picChg chg="add mod">
          <ac:chgData name="GABRIELLA RIBEIRO" userId="S::gabriella.ribeiro2@fatec.sp.gov.br::993c6779-facc-4679-96db-d54b4c2c5252" providerId="AD" clId="Web-{1E292B4A-AF38-DC51-BF9D-9AB432847F24}" dt="2025-11-26T14:15:15.393" v="320" actId="14100"/>
          <ac:picMkLst>
            <pc:docMk/>
            <pc:sldMk cId="3405840587" sldId="257"/>
            <ac:picMk id="5" creationId="{0B069BDE-D53A-B124-F33F-5C0773E32950}"/>
          </ac:picMkLst>
        </pc:picChg>
      </pc:sldChg>
      <pc:sldChg chg="addSp delSp modSp">
        <pc:chgData name="GABRIELLA RIBEIRO" userId="S::gabriella.ribeiro2@fatec.sp.gov.br::993c6779-facc-4679-96db-d54b4c2c5252" providerId="AD" clId="Web-{1E292B4A-AF38-DC51-BF9D-9AB432847F24}" dt="2025-11-26T14:14:15.142" v="313" actId="14100"/>
        <pc:sldMkLst>
          <pc:docMk/>
          <pc:sldMk cId="2881017368" sldId="258"/>
        </pc:sldMkLst>
        <pc:spChg chg="mod">
          <ac:chgData name="GABRIELLA RIBEIRO" userId="S::gabriella.ribeiro2@fatec.sp.gov.br::993c6779-facc-4679-96db-d54b4c2c5252" providerId="AD" clId="Web-{1E292B4A-AF38-DC51-BF9D-9AB432847F24}" dt="2025-11-26T14:14:10.907" v="312" actId="1076"/>
          <ac:spMkLst>
            <pc:docMk/>
            <pc:sldMk cId="2881017368" sldId="258"/>
            <ac:spMk id="2" creationId="{8CD25874-CE54-567E-6367-FD9CDCB92609}"/>
          </ac:spMkLst>
        </pc:spChg>
        <pc:spChg chg="del">
          <ac:chgData name="GABRIELLA RIBEIRO" userId="S::gabriella.ribeiro2@fatec.sp.gov.br::993c6779-facc-4679-96db-d54b4c2c5252" providerId="AD" clId="Web-{1E292B4A-AF38-DC51-BF9D-9AB432847F24}" dt="2025-11-26T13:28:08.144" v="101"/>
          <ac:spMkLst>
            <pc:docMk/>
            <pc:sldMk cId="2881017368" sldId="258"/>
            <ac:spMk id="3" creationId="{EF69F356-6E3D-D62D-76F1-E72416C2AD6E}"/>
          </ac:spMkLst>
        </pc:spChg>
        <pc:picChg chg="add mod ord">
          <ac:chgData name="GABRIELLA RIBEIRO" userId="S::gabriella.ribeiro2@fatec.sp.gov.br::993c6779-facc-4679-96db-d54b4c2c5252" providerId="AD" clId="Web-{1E292B4A-AF38-DC51-BF9D-9AB432847F24}" dt="2025-11-26T14:14:15.142" v="313" actId="14100"/>
          <ac:picMkLst>
            <pc:docMk/>
            <pc:sldMk cId="2881017368" sldId="258"/>
            <ac:picMk id="4" creationId="{2B641C7D-E424-F0FD-873B-D9AA5F1F47F0}"/>
          </ac:picMkLst>
        </pc:picChg>
        <pc:picChg chg="add del mod">
          <ac:chgData name="GABRIELLA RIBEIRO" userId="S::gabriella.ribeiro2@fatec.sp.gov.br::993c6779-facc-4679-96db-d54b4c2c5252" providerId="AD" clId="Web-{1E292B4A-AF38-DC51-BF9D-9AB432847F24}" dt="2025-11-26T13:28:17.912" v="105"/>
          <ac:picMkLst>
            <pc:docMk/>
            <pc:sldMk cId="2881017368" sldId="258"/>
            <ac:picMk id="6" creationId="{02827E07-B884-2EB0-B186-58D077C1ACC3}"/>
          </ac:picMkLst>
        </pc:picChg>
        <pc:picChg chg="add del mod">
          <ac:chgData name="GABRIELLA RIBEIRO" userId="S::gabriella.ribeiro2@fatec.sp.gov.br::993c6779-facc-4679-96db-d54b4c2c5252" providerId="AD" clId="Web-{1E292B4A-AF38-DC51-BF9D-9AB432847F24}" dt="2025-11-26T13:30:36.103" v="127"/>
          <ac:picMkLst>
            <pc:docMk/>
            <pc:sldMk cId="2881017368" sldId="258"/>
            <ac:picMk id="7" creationId="{D5FB5D46-DCE2-592A-00D6-A13E3F4C81DF}"/>
          </ac:picMkLst>
        </pc:picChg>
        <pc:picChg chg="add del mod">
          <ac:chgData name="GABRIELLA RIBEIRO" userId="S::gabriella.ribeiro2@fatec.sp.gov.br::993c6779-facc-4679-96db-d54b4c2c5252" providerId="AD" clId="Web-{1E292B4A-AF38-DC51-BF9D-9AB432847F24}" dt="2025-11-26T13:31:33.608" v="134"/>
          <ac:picMkLst>
            <pc:docMk/>
            <pc:sldMk cId="2881017368" sldId="258"/>
            <ac:picMk id="8" creationId="{B1243B36-B42E-704B-0096-F4A746B94448}"/>
          </ac:picMkLst>
        </pc:picChg>
        <pc:picChg chg="add del mod">
          <ac:chgData name="GABRIELLA RIBEIRO" userId="S::gabriella.ribeiro2@fatec.sp.gov.br::993c6779-facc-4679-96db-d54b4c2c5252" providerId="AD" clId="Web-{1E292B4A-AF38-DC51-BF9D-9AB432847F24}" dt="2025-11-26T13:32:08.299" v="143"/>
          <ac:picMkLst>
            <pc:docMk/>
            <pc:sldMk cId="2881017368" sldId="258"/>
            <ac:picMk id="9" creationId="{94B350C7-0888-18F8-EB19-47A647F15B16}"/>
          </ac:picMkLst>
        </pc:picChg>
      </pc:sldChg>
      <pc:sldChg chg="addSp delSp modSp">
        <pc:chgData name="GABRIELLA RIBEIRO" userId="S::gabriella.ribeiro2@fatec.sp.gov.br::993c6779-facc-4679-96db-d54b4c2c5252" providerId="AD" clId="Web-{1E292B4A-AF38-DC51-BF9D-9AB432847F24}" dt="2025-11-26T13:55:15.002" v="214" actId="20577"/>
        <pc:sldMkLst>
          <pc:docMk/>
          <pc:sldMk cId="1978028061" sldId="259"/>
        </pc:sldMkLst>
        <pc:spChg chg="mod">
          <ac:chgData name="GABRIELLA RIBEIRO" userId="S::gabriella.ribeiro2@fatec.sp.gov.br::993c6779-facc-4679-96db-d54b4c2c5252" providerId="AD" clId="Web-{1E292B4A-AF38-DC51-BF9D-9AB432847F24}" dt="2025-11-26T13:55:15.002" v="214" actId="20577"/>
          <ac:spMkLst>
            <pc:docMk/>
            <pc:sldMk cId="1978028061" sldId="259"/>
            <ac:spMk id="2" creationId="{C5050A64-79B0-2561-A717-B64014B24C62}"/>
          </ac:spMkLst>
        </pc:spChg>
        <pc:spChg chg="del">
          <ac:chgData name="GABRIELLA RIBEIRO" userId="S::gabriella.ribeiro2@fatec.sp.gov.br::993c6779-facc-4679-96db-d54b4c2c5252" providerId="AD" clId="Web-{1E292B4A-AF38-DC51-BF9D-9AB432847F24}" dt="2025-11-26T13:41:49.148" v="169"/>
          <ac:spMkLst>
            <pc:docMk/>
            <pc:sldMk cId="1978028061" sldId="259"/>
            <ac:spMk id="3" creationId="{325F2EA7-FB1B-7B34-2DA6-0FDDF9416729}"/>
          </ac:spMkLst>
        </pc:spChg>
        <pc:picChg chg="add mod ord">
          <ac:chgData name="GABRIELLA RIBEIRO" userId="S::gabriella.ribeiro2@fatec.sp.gov.br::993c6779-facc-4679-96db-d54b4c2c5252" providerId="AD" clId="Web-{1E292B4A-AF38-DC51-BF9D-9AB432847F24}" dt="2025-11-26T13:42:13.478" v="174" actId="1076"/>
          <ac:picMkLst>
            <pc:docMk/>
            <pc:sldMk cId="1978028061" sldId="259"/>
            <ac:picMk id="4" creationId="{7C4C795E-66F6-F88B-5DC2-9101D2501B6F}"/>
          </ac:picMkLst>
        </pc:picChg>
      </pc:sldChg>
      <pc:sldChg chg="modSp">
        <pc:chgData name="GABRIELLA RIBEIRO" userId="S::gabriella.ribeiro2@fatec.sp.gov.br::993c6779-facc-4679-96db-d54b4c2c5252" providerId="AD" clId="Web-{1E292B4A-AF38-DC51-BF9D-9AB432847F24}" dt="2025-11-26T13:56:47.832" v="217" actId="20577"/>
        <pc:sldMkLst>
          <pc:docMk/>
          <pc:sldMk cId="1317087553" sldId="260"/>
        </pc:sldMkLst>
        <pc:spChg chg="mod">
          <ac:chgData name="GABRIELLA RIBEIRO" userId="S::gabriella.ribeiro2@fatec.sp.gov.br::993c6779-facc-4679-96db-d54b4c2c5252" providerId="AD" clId="Web-{1E292B4A-AF38-DC51-BF9D-9AB432847F24}" dt="2025-11-26T13:56:47.832" v="217" actId="20577"/>
          <ac:spMkLst>
            <pc:docMk/>
            <pc:sldMk cId="1317087553" sldId="260"/>
            <ac:spMk id="2" creationId="{FEC0AD39-0C59-1AB7-00A0-1148E367FE8A}"/>
          </ac:spMkLst>
        </pc:spChg>
        <pc:spChg chg="mod">
          <ac:chgData name="GABRIELLA RIBEIRO" userId="S::gabriella.ribeiro2@fatec.sp.gov.br::993c6779-facc-4679-96db-d54b4c2c5252" providerId="AD" clId="Web-{1E292B4A-AF38-DC51-BF9D-9AB432847F24}" dt="2025-11-26T13:07:58.331" v="69" actId="20577"/>
          <ac:spMkLst>
            <pc:docMk/>
            <pc:sldMk cId="1317087553" sldId="260"/>
            <ac:spMk id="3" creationId="{4629C9A3-7757-2CAA-226D-0068394ADE0F}"/>
          </ac:spMkLst>
        </pc:spChg>
      </pc:sldChg>
      <pc:sldChg chg="addSp delSp modSp mod setBg">
        <pc:chgData name="GABRIELLA RIBEIRO" userId="S::gabriella.ribeiro2@fatec.sp.gov.br::993c6779-facc-4679-96db-d54b4c2c5252" providerId="AD" clId="Web-{1E292B4A-AF38-DC51-BF9D-9AB432847F24}" dt="2025-11-26T14:05:12.888" v="273"/>
        <pc:sldMkLst>
          <pc:docMk/>
          <pc:sldMk cId="1861143711" sldId="261"/>
        </pc:sldMkLst>
        <pc:spChg chg="mod">
          <ac:chgData name="GABRIELLA RIBEIRO" userId="S::gabriella.ribeiro2@fatec.sp.gov.br::993c6779-facc-4679-96db-d54b4c2c5252" providerId="AD" clId="Web-{1E292B4A-AF38-DC51-BF9D-9AB432847F24}" dt="2025-11-26T14:04:03.476" v="263" actId="1076"/>
          <ac:spMkLst>
            <pc:docMk/>
            <pc:sldMk cId="1861143711" sldId="261"/>
            <ac:spMk id="2" creationId="{5CD01048-7D26-9717-E640-C99CFE02EDB9}"/>
          </ac:spMkLst>
        </pc:spChg>
        <pc:spChg chg="del">
          <ac:chgData name="GABRIELLA RIBEIRO" userId="S::gabriella.ribeiro2@fatec.sp.gov.br::993c6779-facc-4679-96db-d54b4c2c5252" providerId="AD" clId="Web-{1E292B4A-AF38-DC51-BF9D-9AB432847F24}" dt="2025-11-26T13:14:57.035" v="70"/>
          <ac:spMkLst>
            <pc:docMk/>
            <pc:sldMk cId="1861143711" sldId="261"/>
            <ac:spMk id="3" creationId="{36632A92-569D-BC99-A3D7-8024F94B6950}"/>
          </ac:spMkLst>
        </pc:spChg>
        <pc:spChg chg="add del mod">
          <ac:chgData name="GABRIELLA RIBEIRO" userId="S::gabriella.ribeiro2@fatec.sp.gov.br::993c6779-facc-4679-96db-d54b4c2c5252" providerId="AD" clId="Web-{1E292B4A-AF38-DC51-BF9D-9AB432847F24}" dt="2025-11-26T14:03:17.456" v="250"/>
          <ac:spMkLst>
            <pc:docMk/>
            <pc:sldMk cId="1861143711" sldId="261"/>
            <ac:spMk id="6" creationId="{0204A449-1944-0AC0-3908-1979B46A6D49}"/>
          </ac:spMkLst>
        </pc:spChg>
        <pc:spChg chg="add del">
          <ac:chgData name="GABRIELLA RIBEIRO" userId="S::gabriella.ribeiro2@fatec.sp.gov.br::993c6779-facc-4679-96db-d54b4c2c5252" providerId="AD" clId="Web-{1E292B4A-AF38-DC51-BF9D-9AB432847F24}" dt="2025-11-26T13:17:14.804" v="81"/>
          <ac:spMkLst>
            <pc:docMk/>
            <pc:sldMk cId="1861143711" sldId="261"/>
            <ac:spMk id="8" creationId="{27DA1999-5CBF-284E-48E7-021021A23561}"/>
          </ac:spMkLst>
        </pc:spChg>
        <pc:grpChg chg="add">
          <ac:chgData name="GABRIELLA RIBEIRO" userId="S::gabriella.ribeiro2@fatec.sp.gov.br::993c6779-facc-4679-96db-d54b4c2c5252" providerId="AD" clId="Web-{1E292B4A-AF38-DC51-BF9D-9AB432847F24}" dt="2025-11-26T13:17:14.804" v="82"/>
          <ac:grpSpMkLst>
            <pc:docMk/>
            <pc:sldMk cId="1861143711" sldId="261"/>
            <ac:grpSpMk id="9" creationId="{B4DE830A-B531-4A3B-96F6-0ECE88B08555}"/>
          </ac:grpSpMkLst>
        </pc:grpChg>
        <pc:picChg chg="add del mod ord modCrop">
          <ac:chgData name="GABRIELLA RIBEIRO" userId="S::gabriella.ribeiro2@fatec.sp.gov.br::993c6779-facc-4679-96db-d54b4c2c5252" providerId="AD" clId="Web-{1E292B4A-AF38-DC51-BF9D-9AB432847F24}" dt="2025-11-26T14:03:11.783" v="249"/>
          <ac:picMkLst>
            <pc:docMk/>
            <pc:sldMk cId="1861143711" sldId="261"/>
            <ac:picMk id="4" creationId="{8B8DD6C7-2DFF-67E5-0E60-DC6FFBE17527}"/>
          </ac:picMkLst>
        </pc:picChg>
        <pc:picChg chg="add mod ord modCrop">
          <ac:chgData name="GABRIELLA RIBEIRO" userId="S::gabriella.ribeiro2@fatec.sp.gov.br::993c6779-facc-4679-96db-d54b4c2c5252" providerId="AD" clId="Web-{1E292B4A-AF38-DC51-BF9D-9AB432847F24}" dt="2025-11-26T14:05:12.888" v="273"/>
          <ac:picMkLst>
            <pc:docMk/>
            <pc:sldMk cId="1861143711" sldId="261"/>
            <ac:picMk id="7" creationId="{4C6C5111-B8DA-E8B3-5960-95EAD30E70E8}"/>
          </ac:picMkLst>
        </pc:picChg>
      </pc:sldChg>
      <pc:sldChg chg="addSp delSp modSp">
        <pc:chgData name="GABRIELLA RIBEIRO" userId="S::gabriella.ribeiro2@fatec.sp.gov.br::993c6779-facc-4679-96db-d54b4c2c5252" providerId="AD" clId="Web-{1E292B4A-AF38-DC51-BF9D-9AB432847F24}" dt="2025-11-26T14:22:10.510" v="333" actId="1076"/>
        <pc:sldMkLst>
          <pc:docMk/>
          <pc:sldMk cId="2931038577" sldId="262"/>
        </pc:sldMkLst>
        <pc:spChg chg="mod">
          <ac:chgData name="GABRIELLA RIBEIRO" userId="S::gabriella.ribeiro2@fatec.sp.gov.br::993c6779-facc-4679-96db-d54b4c2c5252" providerId="AD" clId="Web-{1E292B4A-AF38-DC51-BF9D-9AB432847F24}" dt="2025-11-26T14:20:46.456" v="326" actId="1076"/>
          <ac:spMkLst>
            <pc:docMk/>
            <pc:sldMk cId="2931038577" sldId="262"/>
            <ac:spMk id="2" creationId="{A04CF24B-59B4-489C-3320-158EDC71AA1C}"/>
          </ac:spMkLst>
        </pc:spChg>
        <pc:spChg chg="del">
          <ac:chgData name="GABRIELLA RIBEIRO" userId="S::gabriella.ribeiro2@fatec.sp.gov.br::993c6779-facc-4679-96db-d54b4c2c5252" providerId="AD" clId="Web-{1E292B4A-AF38-DC51-BF9D-9AB432847F24}" dt="2025-11-26T14:20:22.281" v="322"/>
          <ac:spMkLst>
            <pc:docMk/>
            <pc:sldMk cId="2931038577" sldId="262"/>
            <ac:spMk id="3" creationId="{98713104-984E-9BCE-17CD-4E222F99B565}"/>
          </ac:spMkLst>
        </pc:spChg>
        <pc:picChg chg="add mod ord">
          <ac:chgData name="GABRIELLA RIBEIRO" userId="S::gabriella.ribeiro2@fatec.sp.gov.br::993c6779-facc-4679-96db-d54b4c2c5252" providerId="AD" clId="Web-{1E292B4A-AF38-DC51-BF9D-9AB432847F24}" dt="2025-11-26T14:22:10.510" v="333" actId="1076"/>
          <ac:picMkLst>
            <pc:docMk/>
            <pc:sldMk cId="2931038577" sldId="262"/>
            <ac:picMk id="4" creationId="{5815A8C9-81FC-3E3C-FC18-549719A4AA4D}"/>
          </ac:picMkLst>
        </pc:picChg>
      </pc:sldChg>
      <pc:sldChg chg="addSp delSp modSp">
        <pc:chgData name="GABRIELLA RIBEIRO" userId="S::gabriella.ribeiro2@fatec.sp.gov.br::993c6779-facc-4679-96db-d54b4c2c5252" providerId="AD" clId="Web-{1E292B4A-AF38-DC51-BF9D-9AB432847F24}" dt="2025-11-26T14:13:02.469" v="305" actId="1076"/>
        <pc:sldMkLst>
          <pc:docMk/>
          <pc:sldMk cId="4104918810" sldId="263"/>
        </pc:sldMkLst>
        <pc:spChg chg="mod">
          <ac:chgData name="GABRIELLA RIBEIRO" userId="S::gabriella.ribeiro2@fatec.sp.gov.br::993c6779-facc-4679-96db-d54b4c2c5252" providerId="AD" clId="Web-{1E292B4A-AF38-DC51-BF9D-9AB432847F24}" dt="2025-11-26T14:13:02.469" v="305" actId="1076"/>
          <ac:spMkLst>
            <pc:docMk/>
            <pc:sldMk cId="4104918810" sldId="263"/>
            <ac:spMk id="2" creationId="{FA376460-9B6D-C8F9-C4B7-FFA1277ED4A0}"/>
          </ac:spMkLst>
        </pc:spChg>
        <pc:spChg chg="add del">
          <ac:chgData name="GABRIELLA RIBEIRO" userId="S::gabriella.ribeiro2@fatec.sp.gov.br::993c6779-facc-4679-96db-d54b4c2c5252" providerId="AD" clId="Web-{1E292B4A-AF38-DC51-BF9D-9AB432847F24}" dt="2025-11-26T14:09:38.073" v="278"/>
          <ac:spMkLst>
            <pc:docMk/>
            <pc:sldMk cId="4104918810" sldId="263"/>
            <ac:spMk id="3" creationId="{21C26357-F135-2F97-932D-B79A77966D02}"/>
          </ac:spMkLst>
        </pc:spChg>
        <pc:spChg chg="add del mod">
          <ac:chgData name="GABRIELLA RIBEIRO" userId="S::gabriella.ribeiro2@fatec.sp.gov.br::993c6779-facc-4679-96db-d54b4c2c5252" providerId="AD" clId="Web-{1E292B4A-AF38-DC51-BF9D-9AB432847F24}" dt="2025-11-26T14:10:45.059" v="284"/>
          <ac:spMkLst>
            <pc:docMk/>
            <pc:sldMk cId="4104918810" sldId="263"/>
            <ac:spMk id="8" creationId="{0BD54DD9-5234-AD99-7E9B-508B07D96B05}"/>
          </ac:spMkLst>
        </pc:spChg>
        <pc:spChg chg="add del mod">
          <ac:chgData name="GABRIELLA RIBEIRO" userId="S::gabriella.ribeiro2@fatec.sp.gov.br::993c6779-facc-4679-96db-d54b4c2c5252" providerId="AD" clId="Web-{1E292B4A-AF38-DC51-BF9D-9AB432847F24}" dt="2025-11-26T14:12:24.671" v="297"/>
          <ac:spMkLst>
            <pc:docMk/>
            <pc:sldMk cId="4104918810" sldId="263"/>
            <ac:spMk id="11" creationId="{41C3C2A3-B366-CD95-AE06-0F68A7AD33CA}"/>
          </ac:spMkLst>
        </pc:spChg>
        <pc:graphicFrameChg chg="add del mod ord modGraphic">
          <ac:chgData name="GABRIELLA RIBEIRO" userId="S::gabriella.ribeiro2@fatec.sp.gov.br::993c6779-facc-4679-96db-d54b4c2c5252" providerId="AD" clId="Web-{1E292B4A-AF38-DC51-BF9D-9AB432847F24}" dt="2025-11-26T14:08:06.148" v="277"/>
          <ac:graphicFrameMkLst>
            <pc:docMk/>
            <pc:sldMk cId="4104918810" sldId="263"/>
            <ac:graphicFrameMk id="5" creationId="{9CF15EBB-8D1F-8286-608D-A80DE5699236}"/>
          </ac:graphicFrameMkLst>
        </pc:graphicFrameChg>
        <pc:picChg chg="add del mod ord">
          <ac:chgData name="GABRIELLA RIBEIRO" userId="S::gabriella.ribeiro2@fatec.sp.gov.br::993c6779-facc-4679-96db-d54b4c2c5252" providerId="AD" clId="Web-{1E292B4A-AF38-DC51-BF9D-9AB432847F24}" dt="2025-11-26T14:10:11.886" v="283"/>
          <ac:picMkLst>
            <pc:docMk/>
            <pc:sldMk cId="4104918810" sldId="263"/>
            <ac:picMk id="6" creationId="{10E692B2-1130-92B4-BADB-427F34F903B6}"/>
          </ac:picMkLst>
        </pc:picChg>
        <pc:picChg chg="add del mod ord">
          <ac:chgData name="GABRIELLA RIBEIRO" userId="S::gabriella.ribeiro2@fatec.sp.gov.br::993c6779-facc-4679-96db-d54b4c2c5252" providerId="AD" clId="Web-{1E292B4A-AF38-DC51-BF9D-9AB432847F24}" dt="2025-11-26T14:11:45.062" v="296"/>
          <ac:picMkLst>
            <pc:docMk/>
            <pc:sldMk cId="4104918810" sldId="263"/>
            <ac:picMk id="9" creationId="{57846141-77FA-334A-F1B2-5BC3959E09AE}"/>
          </ac:picMkLst>
        </pc:picChg>
        <pc:picChg chg="add mod ord">
          <ac:chgData name="GABRIELLA RIBEIRO" userId="S::gabriella.ribeiro2@fatec.sp.gov.br::993c6779-facc-4679-96db-d54b4c2c5252" providerId="AD" clId="Web-{1E292B4A-AF38-DC51-BF9D-9AB432847F24}" dt="2025-11-26T14:12:52.984" v="303" actId="14100"/>
          <ac:picMkLst>
            <pc:docMk/>
            <pc:sldMk cId="4104918810" sldId="263"/>
            <ac:picMk id="12" creationId="{FF6A06F1-3EA2-AC54-9882-E13C0D17E50C}"/>
          </ac:picMkLst>
        </pc:picChg>
      </pc:sldChg>
      <pc:sldChg chg="addSp delSp modSp new">
        <pc:chgData name="GABRIELLA RIBEIRO" userId="S::gabriella.ribeiro2@fatec.sp.gov.br::993c6779-facc-4679-96db-d54b4c2c5252" providerId="AD" clId="Web-{1E292B4A-AF38-DC51-BF9D-9AB432847F24}" dt="2025-11-26T13:54:42.235" v="208" actId="1076"/>
        <pc:sldMkLst>
          <pc:docMk/>
          <pc:sldMk cId="970950443" sldId="264"/>
        </pc:sldMkLst>
        <pc:spChg chg="del">
          <ac:chgData name="GABRIELLA RIBEIRO" userId="S::gabriella.ribeiro2@fatec.sp.gov.br::993c6779-facc-4679-96db-d54b4c2c5252" providerId="AD" clId="Web-{1E292B4A-AF38-DC51-BF9D-9AB432847F24}" dt="2025-11-26T13:30:47.917" v="129"/>
          <ac:spMkLst>
            <pc:docMk/>
            <pc:sldMk cId="970950443" sldId="264"/>
            <ac:spMk id="2" creationId="{9554ED1F-C3E7-3325-98EE-B6E4133232E8}"/>
          </ac:spMkLst>
        </pc:spChg>
        <pc:spChg chg="del">
          <ac:chgData name="GABRIELLA RIBEIRO" userId="S::gabriella.ribeiro2@fatec.sp.gov.br::993c6779-facc-4679-96db-d54b4c2c5252" providerId="AD" clId="Web-{1E292B4A-AF38-DC51-BF9D-9AB432847F24}" dt="2025-11-26T13:30:40.384" v="128"/>
          <ac:spMkLst>
            <pc:docMk/>
            <pc:sldMk cId="970950443" sldId="264"/>
            <ac:spMk id="3" creationId="{5B836CBB-AB69-B3D6-D1E8-72F2562109B8}"/>
          </ac:spMkLst>
        </pc:spChg>
        <pc:picChg chg="add mod ord">
          <ac:chgData name="GABRIELLA RIBEIRO" userId="S::gabriella.ribeiro2@fatec.sp.gov.br::993c6779-facc-4679-96db-d54b4c2c5252" providerId="AD" clId="Web-{1E292B4A-AF38-DC51-BF9D-9AB432847F24}" dt="2025-11-26T13:54:42.235" v="208" actId="1076"/>
          <ac:picMkLst>
            <pc:docMk/>
            <pc:sldMk cId="970950443" sldId="264"/>
            <ac:picMk id="4" creationId="{988F8614-767F-5E79-9F11-5DA1FE1D112A}"/>
          </ac:picMkLst>
        </pc:picChg>
      </pc:sldChg>
      <pc:sldChg chg="addSp delSp modSp new">
        <pc:chgData name="GABRIELLA RIBEIRO" userId="S::gabriella.ribeiro2@fatec.sp.gov.br::993c6779-facc-4679-96db-d54b4c2c5252" providerId="AD" clId="Web-{1E292B4A-AF38-DC51-BF9D-9AB432847F24}" dt="2025-11-26T13:54:29.438" v="205" actId="14100"/>
        <pc:sldMkLst>
          <pc:docMk/>
          <pc:sldMk cId="3122995054" sldId="265"/>
        </pc:sldMkLst>
        <pc:spChg chg="del">
          <ac:chgData name="GABRIELLA RIBEIRO" userId="S::gabriella.ribeiro2@fatec.sp.gov.br::993c6779-facc-4679-96db-d54b4c2c5252" providerId="AD" clId="Web-{1E292B4A-AF38-DC51-BF9D-9AB432847F24}" dt="2025-11-26T13:31:34.671" v="136"/>
          <ac:spMkLst>
            <pc:docMk/>
            <pc:sldMk cId="3122995054" sldId="265"/>
            <ac:spMk id="2" creationId="{E3C47923-877B-10FA-B3AE-F4C2FCCB9685}"/>
          </ac:spMkLst>
        </pc:spChg>
        <pc:spChg chg="del">
          <ac:chgData name="GABRIELLA RIBEIRO" userId="S::gabriella.ribeiro2@fatec.sp.gov.br::993c6779-facc-4679-96db-d54b4c2c5252" providerId="AD" clId="Web-{1E292B4A-AF38-DC51-BF9D-9AB432847F24}" dt="2025-11-26T13:31:34.905" v="137"/>
          <ac:spMkLst>
            <pc:docMk/>
            <pc:sldMk cId="3122995054" sldId="265"/>
            <ac:spMk id="3" creationId="{2E4769E8-AEB8-C7F0-7747-00356D4028B0}"/>
          </ac:spMkLst>
        </pc:spChg>
        <pc:picChg chg="add mod ord">
          <ac:chgData name="GABRIELLA RIBEIRO" userId="S::gabriella.ribeiro2@fatec.sp.gov.br::993c6779-facc-4679-96db-d54b4c2c5252" providerId="AD" clId="Web-{1E292B4A-AF38-DC51-BF9D-9AB432847F24}" dt="2025-11-26T13:54:29.438" v="205" actId="14100"/>
          <ac:picMkLst>
            <pc:docMk/>
            <pc:sldMk cId="3122995054" sldId="265"/>
            <ac:picMk id="4" creationId="{E4D699D9-AB88-F067-3838-E25BD2576404}"/>
          </ac:picMkLst>
        </pc:picChg>
      </pc:sldChg>
      <pc:sldChg chg="addSp delSp modSp new">
        <pc:chgData name="GABRIELLA RIBEIRO" userId="S::gabriella.ribeiro2@fatec.sp.gov.br::993c6779-facc-4679-96db-d54b4c2c5252" providerId="AD" clId="Web-{1E292B4A-AF38-DC51-BF9D-9AB432847F24}" dt="2025-11-26T13:54:54.939" v="211" actId="1076"/>
        <pc:sldMkLst>
          <pc:docMk/>
          <pc:sldMk cId="255131904" sldId="266"/>
        </pc:sldMkLst>
        <pc:spChg chg="del">
          <ac:chgData name="GABRIELLA RIBEIRO" userId="S::gabriella.ribeiro2@fatec.sp.gov.br::993c6779-facc-4679-96db-d54b4c2c5252" providerId="AD" clId="Web-{1E292B4A-AF38-DC51-BF9D-9AB432847F24}" dt="2025-11-26T13:32:14.830" v="145"/>
          <ac:spMkLst>
            <pc:docMk/>
            <pc:sldMk cId="255131904" sldId="266"/>
            <ac:spMk id="2" creationId="{3BA662B1-76BF-C156-0486-EB6BE2700267}"/>
          </ac:spMkLst>
        </pc:spChg>
        <pc:spChg chg="del">
          <ac:chgData name="GABRIELLA RIBEIRO" userId="S::gabriella.ribeiro2@fatec.sp.gov.br::993c6779-facc-4679-96db-d54b4c2c5252" providerId="AD" clId="Web-{1E292B4A-AF38-DC51-BF9D-9AB432847F24}" dt="2025-11-26T13:32:11.706" v="144"/>
          <ac:spMkLst>
            <pc:docMk/>
            <pc:sldMk cId="255131904" sldId="266"/>
            <ac:spMk id="3" creationId="{152EB267-4D63-FBD4-086B-EBC6EA6CA37B}"/>
          </ac:spMkLst>
        </pc:spChg>
        <pc:picChg chg="add mod ord">
          <ac:chgData name="GABRIELLA RIBEIRO" userId="S::gabriella.ribeiro2@fatec.sp.gov.br::993c6779-facc-4679-96db-d54b4c2c5252" providerId="AD" clId="Web-{1E292B4A-AF38-DC51-BF9D-9AB432847F24}" dt="2025-11-26T13:54:54.939" v="211" actId="1076"/>
          <ac:picMkLst>
            <pc:docMk/>
            <pc:sldMk cId="255131904" sldId="266"/>
            <ac:picMk id="4" creationId="{421D15E9-B752-FCD3-25BA-7A00ABEBA6F9}"/>
          </ac:picMkLst>
        </pc:picChg>
      </pc:sldChg>
      <pc:sldChg chg="addSp delSp modSp new del">
        <pc:chgData name="GABRIELLA RIBEIRO" userId="S::gabriella.ribeiro2@fatec.sp.gov.br::993c6779-facc-4679-96db-d54b4c2c5252" providerId="AD" clId="Web-{1E292B4A-AF38-DC51-BF9D-9AB432847F24}" dt="2025-11-26T14:22:26.714" v="334"/>
        <pc:sldMkLst>
          <pc:docMk/>
          <pc:sldMk cId="1068438366" sldId="267"/>
        </pc:sldMkLst>
        <pc:spChg chg="del">
          <ac:chgData name="GABRIELLA RIBEIRO" userId="S::gabriella.ribeiro2@fatec.sp.gov.br::993c6779-facc-4679-96db-d54b4c2c5252" providerId="AD" clId="Web-{1E292B4A-AF38-DC51-BF9D-9AB432847F24}" dt="2025-11-26T13:38:27.425" v="160"/>
          <ac:spMkLst>
            <pc:docMk/>
            <pc:sldMk cId="1068438366" sldId="267"/>
            <ac:spMk id="2" creationId="{89D276A7-62E1-EAE7-B63A-B7C3D65C7FCE}"/>
          </ac:spMkLst>
        </pc:spChg>
        <pc:spChg chg="del">
          <ac:chgData name="GABRIELLA RIBEIRO" userId="S::gabriella.ribeiro2@fatec.sp.gov.br::993c6779-facc-4679-96db-d54b4c2c5252" providerId="AD" clId="Web-{1E292B4A-AF38-DC51-BF9D-9AB432847F24}" dt="2025-11-26T13:38:32.738" v="161"/>
          <ac:spMkLst>
            <pc:docMk/>
            <pc:sldMk cId="1068438366" sldId="267"/>
            <ac:spMk id="3" creationId="{8EC2DFAE-DD89-8C0F-32B9-E92E14B2F592}"/>
          </ac:spMkLst>
        </pc:spChg>
        <pc:spChg chg="add mod">
          <ac:chgData name="GABRIELLA RIBEIRO" userId="S::gabriella.ribeiro2@fatec.sp.gov.br::993c6779-facc-4679-96db-d54b4c2c5252" providerId="AD" clId="Web-{1E292B4A-AF38-DC51-BF9D-9AB432847F24}" dt="2025-11-26T14:20:15.968" v="321"/>
          <ac:spMkLst>
            <pc:docMk/>
            <pc:sldMk cId="1068438366" sldId="267"/>
            <ac:spMk id="6" creationId="{28614BCF-D0CC-3D14-4079-C45F6F650FB0}"/>
          </ac:spMkLst>
        </pc:spChg>
        <pc:picChg chg="add del mod ord">
          <ac:chgData name="GABRIELLA RIBEIRO" userId="S::gabriella.ribeiro2@fatec.sp.gov.br::993c6779-facc-4679-96db-d54b4c2c5252" providerId="AD" clId="Web-{1E292B4A-AF38-DC51-BF9D-9AB432847F24}" dt="2025-11-26T14:20:15.968" v="321"/>
          <ac:picMkLst>
            <pc:docMk/>
            <pc:sldMk cId="1068438366" sldId="267"/>
            <ac:picMk id="4" creationId="{15600DD8-CB1E-38F0-283F-60A489E97F26}"/>
          </ac:picMkLst>
        </pc:picChg>
      </pc:sldChg>
      <pc:sldChg chg="addSp delSp modSp new">
        <pc:chgData name="GABRIELLA RIBEIRO" userId="S::gabriella.ribeiro2@fatec.sp.gov.br::993c6779-facc-4679-96db-d54b4c2c5252" providerId="AD" clId="Web-{1E292B4A-AF38-DC51-BF9D-9AB432847F24}" dt="2025-11-26T14:13:48.610" v="310" actId="1076"/>
        <pc:sldMkLst>
          <pc:docMk/>
          <pc:sldMk cId="945365803" sldId="268"/>
        </pc:sldMkLst>
        <pc:spChg chg="del">
          <ac:chgData name="GABRIELLA RIBEIRO" userId="S::gabriella.ribeiro2@fatec.sp.gov.br::993c6779-facc-4679-96db-d54b4c2c5252" providerId="AD" clId="Web-{1E292B4A-AF38-DC51-BF9D-9AB432847F24}" dt="2025-11-26T13:59:38.053" v="226"/>
          <ac:spMkLst>
            <pc:docMk/>
            <pc:sldMk cId="945365803" sldId="268"/>
            <ac:spMk id="2" creationId="{5AF72D18-A5B1-9888-DA40-4471B0219577}"/>
          </ac:spMkLst>
        </pc:spChg>
        <pc:spChg chg="del">
          <ac:chgData name="GABRIELLA RIBEIRO" userId="S::gabriella.ribeiro2@fatec.sp.gov.br::993c6779-facc-4679-96db-d54b4c2c5252" providerId="AD" clId="Web-{1E292B4A-AF38-DC51-BF9D-9AB432847F24}" dt="2025-11-26T13:59:17.084" v="222"/>
          <ac:spMkLst>
            <pc:docMk/>
            <pc:sldMk cId="945365803" sldId="268"/>
            <ac:spMk id="3" creationId="{724D8022-0D5A-76E9-342C-BED57A58E622}"/>
          </ac:spMkLst>
        </pc:spChg>
        <pc:picChg chg="add mod ord">
          <ac:chgData name="GABRIELLA RIBEIRO" userId="S::gabriella.ribeiro2@fatec.sp.gov.br::993c6779-facc-4679-96db-d54b4c2c5252" providerId="AD" clId="Web-{1E292B4A-AF38-DC51-BF9D-9AB432847F24}" dt="2025-11-26T14:13:48.610" v="310" actId="1076"/>
          <ac:picMkLst>
            <pc:docMk/>
            <pc:sldMk cId="945365803" sldId="268"/>
            <ac:picMk id="4" creationId="{4652EF45-F4C6-C8FE-E811-45E8C3986E10}"/>
          </ac:picMkLst>
        </pc:picChg>
      </pc:sldChg>
      <pc:sldChg chg="addSp delSp modSp new">
        <pc:chgData name="GABRIELLA RIBEIRO" userId="S::gabriella.ribeiro2@fatec.sp.gov.br::993c6779-facc-4679-96db-d54b4c2c5252" providerId="AD" clId="Web-{1E292B4A-AF38-DC51-BF9D-9AB432847F24}" dt="2025-11-26T14:13:40.579" v="309" actId="1076"/>
        <pc:sldMkLst>
          <pc:docMk/>
          <pc:sldMk cId="1062543334" sldId="269"/>
        </pc:sldMkLst>
        <pc:spChg chg="del">
          <ac:chgData name="GABRIELLA RIBEIRO" userId="S::gabriella.ribeiro2@fatec.sp.gov.br::993c6779-facc-4679-96db-d54b4c2c5252" providerId="AD" clId="Web-{1E292B4A-AF38-DC51-BF9D-9AB432847F24}" dt="2025-11-26T14:01:07.913" v="232"/>
          <ac:spMkLst>
            <pc:docMk/>
            <pc:sldMk cId="1062543334" sldId="269"/>
            <ac:spMk id="2" creationId="{DE825852-A5AB-15EB-C123-5643AF51D0F1}"/>
          </ac:spMkLst>
        </pc:spChg>
        <pc:spChg chg="del">
          <ac:chgData name="GABRIELLA RIBEIRO" userId="S::gabriella.ribeiro2@fatec.sp.gov.br::993c6779-facc-4679-96db-d54b4c2c5252" providerId="AD" clId="Web-{1E292B4A-AF38-DC51-BF9D-9AB432847F24}" dt="2025-11-26T14:01:01.788" v="231"/>
          <ac:spMkLst>
            <pc:docMk/>
            <pc:sldMk cId="1062543334" sldId="269"/>
            <ac:spMk id="3" creationId="{1542CDD6-B4B3-E961-8B7D-2BE63388C89B}"/>
          </ac:spMkLst>
        </pc:spChg>
        <pc:picChg chg="add mod ord">
          <ac:chgData name="GABRIELLA RIBEIRO" userId="S::gabriella.ribeiro2@fatec.sp.gov.br::993c6779-facc-4679-96db-d54b4c2c5252" providerId="AD" clId="Web-{1E292B4A-AF38-DC51-BF9D-9AB432847F24}" dt="2025-11-26T14:13:40.579" v="309" actId="1076"/>
          <ac:picMkLst>
            <pc:docMk/>
            <pc:sldMk cId="1062543334" sldId="269"/>
            <ac:picMk id="4" creationId="{ACBEA637-98C7-A86A-BCD2-07D6F252B8EE}"/>
          </ac:picMkLst>
        </pc:picChg>
      </pc:sldChg>
      <pc:sldChg chg="addSp delSp modSp new">
        <pc:chgData name="GABRIELLA RIBEIRO" userId="S::gabriella.ribeiro2@fatec.sp.gov.br::993c6779-facc-4679-96db-d54b4c2c5252" providerId="AD" clId="Web-{1E292B4A-AF38-DC51-BF9D-9AB432847F24}" dt="2025-11-26T14:13:18.829" v="307" actId="1076"/>
        <pc:sldMkLst>
          <pc:docMk/>
          <pc:sldMk cId="1973794790" sldId="270"/>
        </pc:sldMkLst>
        <pc:spChg chg="del">
          <ac:chgData name="GABRIELLA RIBEIRO" userId="S::gabriella.ribeiro2@fatec.sp.gov.br::993c6779-facc-4679-96db-d54b4c2c5252" providerId="AD" clId="Web-{1E292B4A-AF38-DC51-BF9D-9AB432847F24}" dt="2025-11-26T14:02:18.980" v="238"/>
          <ac:spMkLst>
            <pc:docMk/>
            <pc:sldMk cId="1973794790" sldId="270"/>
            <ac:spMk id="2" creationId="{45EA00B5-9E60-2119-816D-2E743E2E9112}"/>
          </ac:spMkLst>
        </pc:spChg>
        <pc:spChg chg="del">
          <ac:chgData name="GABRIELLA RIBEIRO" userId="S::gabriella.ribeiro2@fatec.sp.gov.br::993c6779-facc-4679-96db-d54b4c2c5252" providerId="AD" clId="Web-{1E292B4A-AF38-DC51-BF9D-9AB432847F24}" dt="2025-11-26T14:02:02.337" v="237"/>
          <ac:spMkLst>
            <pc:docMk/>
            <pc:sldMk cId="1973794790" sldId="270"/>
            <ac:spMk id="3" creationId="{11FDC6D6-3B62-5DED-5261-CF52197625A3}"/>
          </ac:spMkLst>
        </pc:spChg>
        <pc:picChg chg="add mod ord">
          <ac:chgData name="GABRIELLA RIBEIRO" userId="S::gabriella.ribeiro2@fatec.sp.gov.br::993c6779-facc-4679-96db-d54b4c2c5252" providerId="AD" clId="Web-{1E292B4A-AF38-DC51-BF9D-9AB432847F24}" dt="2025-11-26T14:13:18.829" v="307" actId="1076"/>
          <ac:picMkLst>
            <pc:docMk/>
            <pc:sldMk cId="1973794790" sldId="270"/>
            <ac:picMk id="4" creationId="{3E8E9DA1-E16E-11A8-4C7D-182A9562CE84}"/>
          </ac:picMkLst>
        </pc:picChg>
      </pc:sldChg>
    </pc:docChg>
  </pc:docChgLst>
  <pc:docChgLst>
    <pc:chgData name="GABRIELLE VIEIRA MARCELINO" userId="S::gabrielle.marcelino@fatec.sp.gov.br::d8b9c6a6-9b4c-4c97-bd94-edaa1e9577fa" providerId="AD" clId="Web-{5773C05D-8B6E-9BBA-76DD-0F2D38FF4479}"/>
    <pc:docChg chg="modSld">
      <pc:chgData name="GABRIELLE VIEIRA MARCELINO" userId="S::gabrielle.marcelino@fatec.sp.gov.br::d8b9c6a6-9b4c-4c97-bd94-edaa1e9577fa" providerId="AD" clId="Web-{5773C05D-8B6E-9BBA-76DD-0F2D38FF4479}" dt="2025-11-26T02:09:01.084" v="5" actId="1076"/>
      <pc:docMkLst>
        <pc:docMk/>
      </pc:docMkLst>
      <pc:sldChg chg="addSp delSp modSp">
        <pc:chgData name="GABRIELLE VIEIRA MARCELINO" userId="S::gabrielle.marcelino@fatec.sp.gov.br::d8b9c6a6-9b4c-4c97-bd94-edaa1e9577fa" providerId="AD" clId="Web-{5773C05D-8B6E-9BBA-76DD-0F2D38FF4479}" dt="2025-11-26T02:09:01.084" v="5" actId="1076"/>
        <pc:sldMkLst>
          <pc:docMk/>
          <pc:sldMk cId="2756524149" sldId="256"/>
        </pc:sldMkLst>
        <pc:spChg chg="del">
          <ac:chgData name="GABRIELLE VIEIRA MARCELINO" userId="S::gabrielle.marcelino@fatec.sp.gov.br::d8b9c6a6-9b4c-4c97-bd94-edaa1e9577fa" providerId="AD" clId="Web-{5773C05D-8B6E-9BBA-76DD-0F2D38FF4479}" dt="2025-11-26T02:08:37.286" v="1"/>
          <ac:spMkLst>
            <pc:docMk/>
            <pc:sldMk cId="2756524149" sldId="256"/>
            <ac:spMk id="2" creationId="{F20ED813-4ECB-0ED7-03AB-5E21E4290EDF}"/>
          </ac:spMkLst>
        </pc:spChg>
        <pc:spChg chg="add mod">
          <ac:chgData name="GABRIELLE VIEIRA MARCELINO" userId="S::gabrielle.marcelino@fatec.sp.gov.br::d8b9c6a6-9b4c-4c97-bd94-edaa1e9577fa" providerId="AD" clId="Web-{5773C05D-8B6E-9BBA-76DD-0F2D38FF4479}" dt="2025-11-26T02:08:43.115" v="2" actId="20577"/>
          <ac:spMkLst>
            <pc:docMk/>
            <pc:sldMk cId="2756524149" sldId="256"/>
            <ac:spMk id="6" creationId="{88ADF155-F6B1-B1DA-B628-DEEE088C555D}"/>
          </ac:spMkLst>
        </pc:spChg>
        <pc:picChg chg="add mod">
          <ac:chgData name="GABRIELLE VIEIRA MARCELINO" userId="S::gabrielle.marcelino@fatec.sp.gov.br::d8b9c6a6-9b4c-4c97-bd94-edaa1e9577fa" providerId="AD" clId="Web-{5773C05D-8B6E-9BBA-76DD-0F2D38FF4479}" dt="2025-11-26T02:09:01.084" v="5" actId="1076"/>
          <ac:picMkLst>
            <pc:docMk/>
            <pc:sldMk cId="2756524149" sldId="256"/>
            <ac:picMk id="4" creationId="{D78D9BD3-300B-0F00-8965-5FFEB5255750}"/>
          </ac:picMkLst>
        </pc:picChg>
      </pc:sldChg>
    </pc:docChg>
  </pc:docChgLst>
  <pc:docChgLst>
    <pc:chgData name="GABRIELLE VIEIRA MARCELINO" userId="S::gabrielle.marcelino@fatec.sp.gov.br::d8b9c6a6-9b4c-4c97-bd94-edaa1e9577fa" providerId="AD" clId="Web-{C79BE919-15EE-979E-B9D3-9148ADBDAEA6}"/>
    <pc:docChg chg="modSld">
      <pc:chgData name="GABRIELLE VIEIRA MARCELINO" userId="S::gabrielle.marcelino@fatec.sp.gov.br::d8b9c6a6-9b4c-4c97-bd94-edaa1e9577fa" providerId="AD" clId="Web-{C79BE919-15EE-979E-B9D3-9148ADBDAEA6}" dt="2025-11-26T03:51:56.050" v="4" actId="14100"/>
      <pc:docMkLst>
        <pc:docMk/>
      </pc:docMkLst>
      <pc:sldChg chg="addSp delSp modSp">
        <pc:chgData name="GABRIELLE VIEIRA MARCELINO" userId="S::gabrielle.marcelino@fatec.sp.gov.br::d8b9c6a6-9b4c-4c97-bd94-edaa1e9577fa" providerId="AD" clId="Web-{C79BE919-15EE-979E-B9D3-9148ADBDAEA6}" dt="2025-11-26T03:51:56.050" v="4" actId="14100"/>
        <pc:sldMkLst>
          <pc:docMk/>
          <pc:sldMk cId="2756524149" sldId="256"/>
        </pc:sldMkLst>
        <pc:picChg chg="add mod">
          <ac:chgData name="GABRIELLE VIEIRA MARCELINO" userId="S::gabrielle.marcelino@fatec.sp.gov.br::d8b9c6a6-9b4c-4c97-bd94-edaa1e9577fa" providerId="AD" clId="Web-{C79BE919-15EE-979E-B9D3-9148ADBDAEA6}" dt="2025-11-26T03:51:56.050" v="4" actId="14100"/>
          <ac:picMkLst>
            <pc:docMk/>
            <pc:sldMk cId="2756524149" sldId="256"/>
            <ac:picMk id="2" creationId="{A659A204-0F10-954B-A7B0-F6396AFAC94D}"/>
          </ac:picMkLst>
        </pc:picChg>
        <pc:picChg chg="del">
          <ac:chgData name="GABRIELLE VIEIRA MARCELINO" userId="S::gabrielle.marcelino@fatec.sp.gov.br::d8b9c6a6-9b4c-4c97-bd94-edaa1e9577fa" providerId="AD" clId="Web-{C79BE919-15EE-979E-B9D3-9148ADBDAEA6}" dt="2025-11-26T03:51:42.736" v="0"/>
          <ac:picMkLst>
            <pc:docMk/>
            <pc:sldMk cId="2756524149" sldId="256"/>
            <ac:picMk id="4" creationId="{D78D9BD3-300B-0F00-8965-5FFEB5255750}"/>
          </ac:picMkLst>
        </pc:picChg>
      </pc:sldChg>
    </pc:docChg>
  </pc:docChgLst>
  <pc:docChgLst>
    <pc:chgData name="GABRIELLE VIEIRA MARCELINO" userId="S::gabrielle.marcelino@fatec.sp.gov.br::d8b9c6a6-9b4c-4c97-bd94-edaa1e9577fa" providerId="AD" clId="Web-{8AFDC2B1-6F77-4520-C1F3-C9B96D9FA07D}"/>
    <pc:docChg chg="modSld">
      <pc:chgData name="GABRIELLE VIEIRA MARCELINO" userId="S::gabrielle.marcelino@fatec.sp.gov.br::d8b9c6a6-9b4c-4c97-bd94-edaa1e9577fa" providerId="AD" clId="Web-{8AFDC2B1-6F77-4520-C1F3-C9B96D9FA07D}" dt="2025-11-27T02:00:45.039" v="21" actId="20577"/>
      <pc:docMkLst>
        <pc:docMk/>
      </pc:docMkLst>
      <pc:sldChg chg="modSp">
        <pc:chgData name="GABRIELLE VIEIRA MARCELINO" userId="S::gabrielle.marcelino@fatec.sp.gov.br::d8b9c6a6-9b4c-4c97-bd94-edaa1e9577fa" providerId="AD" clId="Web-{8AFDC2B1-6F77-4520-C1F3-C9B96D9FA07D}" dt="2025-11-27T02:00:04.896" v="10"/>
        <pc:sldMkLst>
          <pc:docMk/>
          <pc:sldMk cId="3405840587" sldId="257"/>
        </pc:sldMkLst>
        <pc:spChg chg="mod">
          <ac:chgData name="GABRIELLE VIEIRA MARCELINO" userId="S::gabrielle.marcelino@fatec.sp.gov.br::d8b9c6a6-9b4c-4c97-bd94-edaa1e9577fa" providerId="AD" clId="Web-{8AFDC2B1-6F77-4520-C1F3-C9B96D9FA07D}" dt="2025-11-27T02:00:04.896" v="10"/>
          <ac:spMkLst>
            <pc:docMk/>
            <pc:sldMk cId="3405840587" sldId="257"/>
            <ac:spMk id="2" creationId="{605AFC77-77B1-A2A6-247E-541698DF5B86}"/>
          </ac:spMkLst>
        </pc:spChg>
        <pc:picChg chg="mod ord">
          <ac:chgData name="GABRIELLE VIEIRA MARCELINO" userId="S::gabrielle.marcelino@fatec.sp.gov.br::d8b9c6a6-9b4c-4c97-bd94-edaa1e9577fa" providerId="AD" clId="Web-{8AFDC2B1-6F77-4520-C1F3-C9B96D9FA07D}" dt="2025-11-27T01:59:52.208" v="6"/>
          <ac:picMkLst>
            <pc:docMk/>
            <pc:sldMk cId="3405840587" sldId="257"/>
            <ac:picMk id="5" creationId="{0B069BDE-D53A-B124-F33F-5C0773E32950}"/>
          </ac:picMkLst>
        </pc:picChg>
      </pc:sldChg>
      <pc:sldChg chg="modSp">
        <pc:chgData name="GABRIELLE VIEIRA MARCELINO" userId="S::gabrielle.marcelino@fatec.sp.gov.br::d8b9c6a6-9b4c-4c97-bd94-edaa1e9577fa" providerId="AD" clId="Web-{8AFDC2B1-6F77-4520-C1F3-C9B96D9FA07D}" dt="2025-11-27T02:00:45.039" v="21" actId="20577"/>
        <pc:sldMkLst>
          <pc:docMk/>
          <pc:sldMk cId="2931038577" sldId="262"/>
        </pc:sldMkLst>
        <pc:spChg chg="mod">
          <ac:chgData name="GABRIELLE VIEIRA MARCELINO" userId="S::gabrielle.marcelino@fatec.sp.gov.br::d8b9c6a6-9b4c-4c97-bd94-edaa1e9577fa" providerId="AD" clId="Web-{8AFDC2B1-6F77-4520-C1F3-C9B96D9FA07D}" dt="2025-11-27T02:00:45.039" v="21" actId="20577"/>
          <ac:spMkLst>
            <pc:docMk/>
            <pc:sldMk cId="2931038577" sldId="262"/>
            <ac:spMk id="2" creationId="{A04CF24B-59B4-489C-3320-158EDC71AA1C}"/>
          </ac:spMkLst>
        </pc:spChg>
        <pc:picChg chg="mod ord">
          <ac:chgData name="GABRIELLE VIEIRA MARCELINO" userId="S::gabrielle.marcelino@fatec.sp.gov.br::d8b9c6a6-9b4c-4c97-bd94-edaa1e9577fa" providerId="AD" clId="Web-{8AFDC2B1-6F77-4520-C1F3-C9B96D9FA07D}" dt="2025-11-27T02:00:34.351" v="16"/>
          <ac:picMkLst>
            <pc:docMk/>
            <pc:sldMk cId="2931038577" sldId="262"/>
            <ac:picMk id="4" creationId="{5815A8C9-81FC-3E3C-FC18-549719A4AA4D}"/>
          </ac:picMkLst>
        </pc:picChg>
      </pc:sldChg>
      <pc:sldChg chg="addSp delSp modSp">
        <pc:chgData name="GABRIELLE VIEIRA MARCELINO" userId="S::gabrielle.marcelino@fatec.sp.gov.br::d8b9c6a6-9b4c-4c97-bd94-edaa1e9577fa" providerId="AD" clId="Web-{8AFDC2B1-6F77-4520-C1F3-C9B96D9FA07D}" dt="2025-11-27T02:00:19.210" v="11"/>
        <pc:sldMkLst>
          <pc:docMk/>
          <pc:sldMk cId="4104918810" sldId="263"/>
        </pc:sldMkLst>
        <pc:spChg chg="add mod">
          <ac:chgData name="GABRIELLE VIEIRA MARCELINO" userId="S::gabrielle.marcelino@fatec.sp.gov.br::d8b9c6a6-9b4c-4c97-bd94-edaa1e9577fa" providerId="AD" clId="Web-{8AFDC2B1-6F77-4520-C1F3-C9B96D9FA07D}" dt="2025-11-27T02:00:19.210" v="11"/>
          <ac:spMkLst>
            <pc:docMk/>
            <pc:sldMk cId="4104918810" sldId="263"/>
            <ac:spMk id="4" creationId="{51710304-C189-CD25-CDEA-435933A24FAB}"/>
          </ac:spMkLst>
        </pc:spChg>
        <pc:picChg chg="del">
          <ac:chgData name="GABRIELLE VIEIRA MARCELINO" userId="S::gabrielle.marcelino@fatec.sp.gov.br::d8b9c6a6-9b4c-4c97-bd94-edaa1e9577fa" providerId="AD" clId="Web-{8AFDC2B1-6F77-4520-C1F3-C9B96D9FA07D}" dt="2025-11-27T02:00:19.210" v="11"/>
          <ac:picMkLst>
            <pc:docMk/>
            <pc:sldMk cId="4104918810" sldId="263"/>
            <ac:picMk id="12" creationId="{FF6A06F1-3EA2-AC54-9882-E13C0D17E50C}"/>
          </ac:picMkLst>
        </pc:picChg>
      </pc:sldChg>
    </pc:docChg>
  </pc:docChgLst>
  <pc:docChgLst>
    <pc:chgData name="GABRIELLE VIEIRA MARCELINO" userId="d8b9c6a6-9b4c-4c97-bd94-edaa1e9577fa" providerId="ADAL" clId="{73794687-898D-476A-8EB3-ADE40D5BF760}"/>
    <pc:docChg chg="undo custSel addSld delSld modSld sldOrd">
      <pc:chgData name="GABRIELLE VIEIRA MARCELINO" userId="d8b9c6a6-9b4c-4c97-bd94-edaa1e9577fa" providerId="ADAL" clId="{73794687-898D-476A-8EB3-ADE40D5BF760}" dt="2025-11-27T02:54:55.122" v="443" actId="1076"/>
      <pc:docMkLst>
        <pc:docMk/>
      </pc:docMkLst>
      <pc:sldChg chg="modSp mod modTransition setBg">
        <pc:chgData name="GABRIELLE VIEIRA MARCELINO" userId="d8b9c6a6-9b4c-4c97-bd94-edaa1e9577fa" providerId="ADAL" clId="{73794687-898D-476A-8EB3-ADE40D5BF760}" dt="2025-11-27T02:53:50.225" v="430"/>
        <pc:sldMkLst>
          <pc:docMk/>
          <pc:sldMk cId="2756524149" sldId="256"/>
        </pc:sldMkLst>
        <pc:spChg chg="mod ord">
          <ac:chgData name="GABRIELLE VIEIRA MARCELINO" userId="d8b9c6a6-9b4c-4c97-bd94-edaa1e9577fa" providerId="ADAL" clId="{73794687-898D-476A-8EB3-ADE40D5BF760}" dt="2025-11-27T02:51:47.753" v="417" actId="1076"/>
          <ac:spMkLst>
            <pc:docMk/>
            <pc:sldMk cId="2756524149" sldId="256"/>
            <ac:spMk id="3" creationId="{21C73DDF-3611-D887-1F81-12469196CFEA}"/>
          </ac:spMkLst>
        </pc:spChg>
        <pc:spChg chg="mod">
          <ac:chgData name="GABRIELLE VIEIRA MARCELINO" userId="d8b9c6a6-9b4c-4c97-bd94-edaa1e9577fa" providerId="ADAL" clId="{73794687-898D-476A-8EB3-ADE40D5BF760}" dt="2025-11-27T02:07:37.309" v="36" actId="26606"/>
          <ac:spMkLst>
            <pc:docMk/>
            <pc:sldMk cId="2756524149" sldId="256"/>
            <ac:spMk id="6" creationId="{88ADF155-F6B1-B1DA-B628-DEEE088C555D}"/>
          </ac:spMkLst>
        </pc:spChg>
        <pc:picChg chg="mod">
          <ac:chgData name="GABRIELLE VIEIRA MARCELINO" userId="d8b9c6a6-9b4c-4c97-bd94-edaa1e9577fa" providerId="ADAL" clId="{73794687-898D-476A-8EB3-ADE40D5BF760}" dt="2025-11-27T02:51:47.753" v="417" actId="1076"/>
          <ac:picMkLst>
            <pc:docMk/>
            <pc:sldMk cId="2756524149" sldId="256"/>
            <ac:picMk id="2" creationId="{A659A204-0F10-954B-A7B0-F6396AFAC94D}"/>
          </ac:picMkLst>
        </pc:picChg>
      </pc:sldChg>
      <pc:sldChg chg="addSp delSp modSp mod modTransition setBg addAnim delAnim modAnim">
        <pc:chgData name="GABRIELLE VIEIRA MARCELINO" userId="d8b9c6a6-9b4c-4c97-bd94-edaa1e9577fa" providerId="ADAL" clId="{73794687-898D-476A-8EB3-ADE40D5BF760}" dt="2025-11-27T02:54:09.821" v="432"/>
        <pc:sldMkLst>
          <pc:docMk/>
          <pc:sldMk cId="3405840587" sldId="257"/>
        </pc:sldMkLst>
        <pc:spChg chg="mod ord">
          <ac:chgData name="GABRIELLE VIEIRA MARCELINO" userId="d8b9c6a6-9b4c-4c97-bd94-edaa1e9577fa" providerId="ADAL" clId="{73794687-898D-476A-8EB3-ADE40D5BF760}" dt="2025-11-27T02:37:14.778" v="234" actId="26606"/>
          <ac:spMkLst>
            <pc:docMk/>
            <pc:sldMk cId="3405840587" sldId="257"/>
            <ac:spMk id="2" creationId="{605AFC77-77B1-A2A6-247E-541698DF5B86}"/>
          </ac:spMkLst>
        </pc:spChg>
        <pc:spChg chg="add del">
          <ac:chgData name="GABRIELLE VIEIRA MARCELINO" userId="d8b9c6a6-9b4c-4c97-bd94-edaa1e9577fa" providerId="ADAL" clId="{73794687-898D-476A-8EB3-ADE40D5BF760}" dt="2025-11-27T02:37:06.892" v="231" actId="26606"/>
          <ac:spMkLst>
            <pc:docMk/>
            <pc:sldMk cId="3405840587" sldId="257"/>
            <ac:spMk id="26" creationId="{66D61E08-70C3-48D8-BEA0-787111DC30DA}"/>
          </ac:spMkLst>
        </pc:spChg>
        <pc:spChg chg="add del">
          <ac:chgData name="GABRIELLE VIEIRA MARCELINO" userId="d8b9c6a6-9b4c-4c97-bd94-edaa1e9577fa" providerId="ADAL" clId="{73794687-898D-476A-8EB3-ADE40D5BF760}" dt="2025-11-27T02:37:06.892" v="231" actId="26606"/>
          <ac:spMkLst>
            <pc:docMk/>
            <pc:sldMk cId="3405840587" sldId="257"/>
            <ac:spMk id="28" creationId="{FC55298F-0AE5-478E-AD2B-03C2614C5833}"/>
          </ac:spMkLst>
        </pc:spChg>
        <pc:spChg chg="add del">
          <ac:chgData name="GABRIELLE VIEIRA MARCELINO" userId="d8b9c6a6-9b4c-4c97-bd94-edaa1e9577fa" providerId="ADAL" clId="{73794687-898D-476A-8EB3-ADE40D5BF760}" dt="2025-11-27T02:37:06.892" v="231" actId="26606"/>
          <ac:spMkLst>
            <pc:docMk/>
            <pc:sldMk cId="3405840587" sldId="257"/>
            <ac:spMk id="30" creationId="{C180E4EA-0B63-4779-A895-7E90E71088F3}"/>
          </ac:spMkLst>
        </pc:spChg>
        <pc:spChg chg="add del">
          <ac:chgData name="GABRIELLE VIEIRA MARCELINO" userId="d8b9c6a6-9b4c-4c97-bd94-edaa1e9577fa" providerId="ADAL" clId="{73794687-898D-476A-8EB3-ADE40D5BF760}" dt="2025-11-27T02:37:06.892" v="231" actId="26606"/>
          <ac:spMkLst>
            <pc:docMk/>
            <pc:sldMk cId="3405840587" sldId="257"/>
            <ac:spMk id="32" creationId="{CEE01D9D-3DE8-4EED-B0D3-8F3C79CC7673}"/>
          </ac:spMkLst>
        </pc:spChg>
        <pc:spChg chg="add del">
          <ac:chgData name="GABRIELLE VIEIRA MARCELINO" userId="d8b9c6a6-9b4c-4c97-bd94-edaa1e9577fa" providerId="ADAL" clId="{73794687-898D-476A-8EB3-ADE40D5BF760}" dt="2025-11-27T02:37:06.892" v="231" actId="26606"/>
          <ac:spMkLst>
            <pc:docMk/>
            <pc:sldMk cId="3405840587" sldId="257"/>
            <ac:spMk id="34" creationId="{89AF5CE9-607F-43F4-8983-DCD6DA4051FD}"/>
          </ac:spMkLst>
        </pc:spChg>
        <pc:spChg chg="add del">
          <ac:chgData name="GABRIELLE VIEIRA MARCELINO" userId="d8b9c6a6-9b4c-4c97-bd94-edaa1e9577fa" providerId="ADAL" clId="{73794687-898D-476A-8EB3-ADE40D5BF760}" dt="2025-11-27T02:37:06.892" v="231" actId="26606"/>
          <ac:spMkLst>
            <pc:docMk/>
            <pc:sldMk cId="3405840587" sldId="257"/>
            <ac:spMk id="36" creationId="{6EEA2DBD-9E1E-4521-8C01-F32AD18A89E3}"/>
          </ac:spMkLst>
        </pc:spChg>
        <pc:spChg chg="add del">
          <ac:chgData name="GABRIELLE VIEIRA MARCELINO" userId="d8b9c6a6-9b4c-4c97-bd94-edaa1e9577fa" providerId="ADAL" clId="{73794687-898D-476A-8EB3-ADE40D5BF760}" dt="2025-11-27T02:37:06.892" v="231" actId="26606"/>
          <ac:spMkLst>
            <pc:docMk/>
            <pc:sldMk cId="3405840587" sldId="257"/>
            <ac:spMk id="38" creationId="{15BBD2C1-BA9B-46A9-A27A-33498B169272}"/>
          </ac:spMkLst>
        </pc:spChg>
        <pc:spChg chg="add">
          <ac:chgData name="GABRIELLE VIEIRA MARCELINO" userId="d8b9c6a6-9b4c-4c97-bd94-edaa1e9577fa" providerId="ADAL" clId="{73794687-898D-476A-8EB3-ADE40D5BF760}" dt="2025-11-27T02:37:14.778" v="234" actId="26606"/>
          <ac:spMkLst>
            <pc:docMk/>
            <pc:sldMk cId="3405840587" sldId="257"/>
            <ac:spMk id="7191" creationId="{66D61E08-70C3-48D8-BEA0-787111DC30DA}"/>
          </ac:spMkLst>
        </pc:spChg>
        <pc:spChg chg="add">
          <ac:chgData name="GABRIELLE VIEIRA MARCELINO" userId="d8b9c6a6-9b4c-4c97-bd94-edaa1e9577fa" providerId="ADAL" clId="{73794687-898D-476A-8EB3-ADE40D5BF760}" dt="2025-11-27T02:37:14.778" v="234" actId="26606"/>
          <ac:spMkLst>
            <pc:docMk/>
            <pc:sldMk cId="3405840587" sldId="257"/>
            <ac:spMk id="7193" creationId="{FC55298F-0AE5-478E-AD2B-03C2614C5833}"/>
          </ac:spMkLst>
        </pc:spChg>
        <pc:spChg chg="add">
          <ac:chgData name="GABRIELLE VIEIRA MARCELINO" userId="d8b9c6a6-9b4c-4c97-bd94-edaa1e9577fa" providerId="ADAL" clId="{73794687-898D-476A-8EB3-ADE40D5BF760}" dt="2025-11-27T02:37:14.778" v="234" actId="26606"/>
          <ac:spMkLst>
            <pc:docMk/>
            <pc:sldMk cId="3405840587" sldId="257"/>
            <ac:spMk id="7195" creationId="{C180E4EA-0B63-4779-A895-7E90E71088F3}"/>
          </ac:spMkLst>
        </pc:spChg>
        <pc:spChg chg="add">
          <ac:chgData name="GABRIELLE VIEIRA MARCELINO" userId="d8b9c6a6-9b4c-4c97-bd94-edaa1e9577fa" providerId="ADAL" clId="{73794687-898D-476A-8EB3-ADE40D5BF760}" dt="2025-11-27T02:37:14.778" v="234" actId="26606"/>
          <ac:spMkLst>
            <pc:docMk/>
            <pc:sldMk cId="3405840587" sldId="257"/>
            <ac:spMk id="7197" creationId="{CEE01D9D-3DE8-4EED-B0D3-8F3C79CC7673}"/>
          </ac:spMkLst>
        </pc:spChg>
        <pc:spChg chg="add">
          <ac:chgData name="GABRIELLE VIEIRA MARCELINO" userId="d8b9c6a6-9b4c-4c97-bd94-edaa1e9577fa" providerId="ADAL" clId="{73794687-898D-476A-8EB3-ADE40D5BF760}" dt="2025-11-27T02:37:14.778" v="234" actId="26606"/>
          <ac:spMkLst>
            <pc:docMk/>
            <pc:sldMk cId="3405840587" sldId="257"/>
            <ac:spMk id="7199" creationId="{89AF5CE9-607F-43F4-8983-DCD6DA4051FD}"/>
          </ac:spMkLst>
        </pc:spChg>
        <pc:spChg chg="add">
          <ac:chgData name="GABRIELLE VIEIRA MARCELINO" userId="d8b9c6a6-9b4c-4c97-bd94-edaa1e9577fa" providerId="ADAL" clId="{73794687-898D-476A-8EB3-ADE40D5BF760}" dt="2025-11-27T02:37:14.778" v="234" actId="26606"/>
          <ac:spMkLst>
            <pc:docMk/>
            <pc:sldMk cId="3405840587" sldId="257"/>
            <ac:spMk id="7201" creationId="{6EEA2DBD-9E1E-4521-8C01-F32AD18A89E3}"/>
          </ac:spMkLst>
        </pc:spChg>
        <pc:spChg chg="add">
          <ac:chgData name="GABRIELLE VIEIRA MARCELINO" userId="d8b9c6a6-9b4c-4c97-bd94-edaa1e9577fa" providerId="ADAL" clId="{73794687-898D-476A-8EB3-ADE40D5BF760}" dt="2025-11-27T02:37:14.778" v="234" actId="26606"/>
          <ac:spMkLst>
            <pc:docMk/>
            <pc:sldMk cId="3405840587" sldId="257"/>
            <ac:spMk id="7203" creationId="{15BBD2C1-BA9B-46A9-A27A-33498B169272}"/>
          </ac:spMkLst>
        </pc:spChg>
        <pc:grpChg chg="add del">
          <ac:chgData name="GABRIELLE VIEIRA MARCELINO" userId="d8b9c6a6-9b4c-4c97-bd94-edaa1e9577fa" providerId="ADAL" clId="{73794687-898D-476A-8EB3-ADE40D5BF760}" dt="2025-11-27T02:37:06.892" v="231" actId="26606"/>
          <ac:grpSpMkLst>
            <pc:docMk/>
            <pc:sldMk cId="3405840587" sldId="257"/>
            <ac:grpSpMk id="10" creationId="{88C9B83F-64CD-41C1-925F-A08801FFD0BD}"/>
          </ac:grpSpMkLst>
        </pc:grpChg>
        <pc:grpChg chg="add del">
          <ac:chgData name="GABRIELLE VIEIRA MARCELINO" userId="d8b9c6a6-9b4c-4c97-bd94-edaa1e9577fa" providerId="ADAL" clId="{73794687-898D-476A-8EB3-ADE40D5BF760}" dt="2025-11-27T02:37:06.883" v="230" actId="26606"/>
          <ac:grpSpMkLst>
            <pc:docMk/>
            <pc:sldMk cId="3405840587" sldId="257"/>
            <ac:grpSpMk id="43" creationId="{88C9B83F-64CD-41C1-925F-A08801FFD0BD}"/>
          </ac:grpSpMkLst>
        </pc:grpChg>
        <pc:grpChg chg="del">
          <ac:chgData name="GABRIELLE VIEIRA MARCELINO" userId="d8b9c6a6-9b4c-4c97-bd94-edaa1e9577fa" providerId="ADAL" clId="{73794687-898D-476A-8EB3-ADE40D5BF760}" dt="2025-11-27T02:37:14.778" v="234" actId="26606"/>
          <ac:grpSpMkLst>
            <pc:docMk/>
            <pc:sldMk cId="3405840587" sldId="257"/>
            <ac:grpSpMk id="55" creationId="{88C9B83F-64CD-41C1-925F-A08801FFD0BD}"/>
          </ac:grpSpMkLst>
        </pc:grpChg>
        <pc:picChg chg="del mod ord">
          <ac:chgData name="GABRIELLE VIEIRA MARCELINO" userId="d8b9c6a6-9b4c-4c97-bd94-edaa1e9577fa" providerId="ADAL" clId="{73794687-898D-476A-8EB3-ADE40D5BF760}" dt="2025-11-27T02:37:07.740" v="232" actId="478"/>
          <ac:picMkLst>
            <pc:docMk/>
            <pc:sldMk cId="3405840587" sldId="257"/>
            <ac:picMk id="5" creationId="{0B069BDE-D53A-B124-F33F-5C0773E32950}"/>
          </ac:picMkLst>
        </pc:picChg>
        <pc:picChg chg="add mod">
          <ac:chgData name="GABRIELLE VIEIRA MARCELINO" userId="d8b9c6a6-9b4c-4c97-bd94-edaa1e9577fa" providerId="ADAL" clId="{73794687-898D-476A-8EB3-ADE40D5BF760}" dt="2025-11-27T02:37:14.778" v="234" actId="26606"/>
          <ac:picMkLst>
            <pc:docMk/>
            <pc:sldMk cId="3405840587" sldId="257"/>
            <ac:picMk id="7170" creationId="{848F56A0-752B-D2A7-1AF0-DDD747BE49CC}"/>
          </ac:picMkLst>
        </pc:picChg>
      </pc:sldChg>
      <pc:sldChg chg="addSp delSp modSp mod modTransition setBg addAnim delAnim modAnim">
        <pc:chgData name="GABRIELLE VIEIRA MARCELINO" userId="d8b9c6a6-9b4c-4c97-bd94-edaa1e9577fa" providerId="ADAL" clId="{73794687-898D-476A-8EB3-ADE40D5BF760}" dt="2025-11-27T02:54:18.294" v="434"/>
        <pc:sldMkLst>
          <pc:docMk/>
          <pc:sldMk cId="2881017368" sldId="258"/>
        </pc:sldMkLst>
        <pc:spChg chg="mod ord">
          <ac:chgData name="GABRIELLE VIEIRA MARCELINO" userId="d8b9c6a6-9b4c-4c97-bd94-edaa1e9577fa" providerId="ADAL" clId="{73794687-898D-476A-8EB3-ADE40D5BF760}" dt="2025-11-27T02:08:13.962" v="43" actId="26606"/>
          <ac:spMkLst>
            <pc:docMk/>
            <pc:sldMk cId="2881017368" sldId="258"/>
            <ac:spMk id="2" creationId="{8CD25874-CE54-567E-6367-FD9CDCB92609}"/>
          </ac:spMkLst>
        </pc:spChg>
        <pc:spChg chg="add del">
          <ac:chgData name="GABRIELLE VIEIRA MARCELINO" userId="d8b9c6a6-9b4c-4c97-bd94-edaa1e9577fa" providerId="ADAL" clId="{73794687-898D-476A-8EB3-ADE40D5BF760}" dt="2025-11-27T02:08:07.720" v="41" actId="26606"/>
          <ac:spMkLst>
            <pc:docMk/>
            <pc:sldMk cId="2881017368" sldId="258"/>
            <ac:spMk id="25" creationId="{66D61E08-70C3-48D8-BEA0-787111DC30DA}"/>
          </ac:spMkLst>
        </pc:spChg>
        <pc:spChg chg="add del">
          <ac:chgData name="GABRIELLE VIEIRA MARCELINO" userId="d8b9c6a6-9b4c-4c97-bd94-edaa1e9577fa" providerId="ADAL" clId="{73794687-898D-476A-8EB3-ADE40D5BF760}" dt="2025-11-27T02:08:07.720" v="41" actId="26606"/>
          <ac:spMkLst>
            <pc:docMk/>
            <pc:sldMk cId="2881017368" sldId="258"/>
            <ac:spMk id="27" creationId="{FC55298F-0AE5-478E-AD2B-03C2614C5833}"/>
          </ac:spMkLst>
        </pc:spChg>
        <pc:spChg chg="add">
          <ac:chgData name="GABRIELLE VIEIRA MARCELINO" userId="d8b9c6a6-9b4c-4c97-bd94-edaa1e9577fa" providerId="ADAL" clId="{73794687-898D-476A-8EB3-ADE40D5BF760}" dt="2025-11-27T02:08:13.962" v="43" actId="26606"/>
          <ac:spMkLst>
            <pc:docMk/>
            <pc:sldMk cId="2881017368" sldId="258"/>
            <ac:spMk id="28" creationId="{66D61E08-70C3-48D8-BEA0-787111DC30DA}"/>
          </ac:spMkLst>
        </pc:spChg>
        <pc:spChg chg="add del">
          <ac:chgData name="GABRIELLE VIEIRA MARCELINO" userId="d8b9c6a6-9b4c-4c97-bd94-edaa1e9577fa" providerId="ADAL" clId="{73794687-898D-476A-8EB3-ADE40D5BF760}" dt="2025-11-27T02:08:07.720" v="41" actId="26606"/>
          <ac:spMkLst>
            <pc:docMk/>
            <pc:sldMk cId="2881017368" sldId="258"/>
            <ac:spMk id="29" creationId="{C180E4EA-0B63-4779-A895-7E90E71088F3}"/>
          </ac:spMkLst>
        </pc:spChg>
        <pc:spChg chg="add">
          <ac:chgData name="GABRIELLE VIEIRA MARCELINO" userId="d8b9c6a6-9b4c-4c97-bd94-edaa1e9577fa" providerId="ADAL" clId="{73794687-898D-476A-8EB3-ADE40D5BF760}" dt="2025-11-27T02:08:13.962" v="43" actId="26606"/>
          <ac:spMkLst>
            <pc:docMk/>
            <pc:sldMk cId="2881017368" sldId="258"/>
            <ac:spMk id="30" creationId="{FC55298F-0AE5-478E-AD2B-03C2614C5833}"/>
          </ac:spMkLst>
        </pc:spChg>
        <pc:spChg chg="add del">
          <ac:chgData name="GABRIELLE VIEIRA MARCELINO" userId="d8b9c6a6-9b4c-4c97-bd94-edaa1e9577fa" providerId="ADAL" clId="{73794687-898D-476A-8EB3-ADE40D5BF760}" dt="2025-11-27T02:08:07.720" v="41" actId="26606"/>
          <ac:spMkLst>
            <pc:docMk/>
            <pc:sldMk cId="2881017368" sldId="258"/>
            <ac:spMk id="31" creationId="{CEE01D9D-3DE8-4EED-B0D3-8F3C79CC7673}"/>
          </ac:spMkLst>
        </pc:spChg>
        <pc:spChg chg="add">
          <ac:chgData name="GABRIELLE VIEIRA MARCELINO" userId="d8b9c6a6-9b4c-4c97-bd94-edaa1e9577fa" providerId="ADAL" clId="{73794687-898D-476A-8EB3-ADE40D5BF760}" dt="2025-11-27T02:08:13.962" v="43" actId="26606"/>
          <ac:spMkLst>
            <pc:docMk/>
            <pc:sldMk cId="2881017368" sldId="258"/>
            <ac:spMk id="32" creationId="{C180E4EA-0B63-4779-A895-7E90E71088F3}"/>
          </ac:spMkLst>
        </pc:spChg>
        <pc:spChg chg="add del">
          <ac:chgData name="GABRIELLE VIEIRA MARCELINO" userId="d8b9c6a6-9b4c-4c97-bd94-edaa1e9577fa" providerId="ADAL" clId="{73794687-898D-476A-8EB3-ADE40D5BF760}" dt="2025-11-27T02:08:07.720" v="41" actId="26606"/>
          <ac:spMkLst>
            <pc:docMk/>
            <pc:sldMk cId="2881017368" sldId="258"/>
            <ac:spMk id="33" creationId="{89AF5CE9-607F-43F4-8983-DCD6DA4051FD}"/>
          </ac:spMkLst>
        </pc:spChg>
        <pc:spChg chg="add">
          <ac:chgData name="GABRIELLE VIEIRA MARCELINO" userId="d8b9c6a6-9b4c-4c97-bd94-edaa1e9577fa" providerId="ADAL" clId="{73794687-898D-476A-8EB3-ADE40D5BF760}" dt="2025-11-27T02:08:13.962" v="43" actId="26606"/>
          <ac:spMkLst>
            <pc:docMk/>
            <pc:sldMk cId="2881017368" sldId="258"/>
            <ac:spMk id="34" creationId="{CEE01D9D-3DE8-4EED-B0D3-8F3C79CC7673}"/>
          </ac:spMkLst>
        </pc:spChg>
        <pc:spChg chg="add del">
          <ac:chgData name="GABRIELLE VIEIRA MARCELINO" userId="d8b9c6a6-9b4c-4c97-bd94-edaa1e9577fa" providerId="ADAL" clId="{73794687-898D-476A-8EB3-ADE40D5BF760}" dt="2025-11-27T02:08:07.720" v="41" actId="26606"/>
          <ac:spMkLst>
            <pc:docMk/>
            <pc:sldMk cId="2881017368" sldId="258"/>
            <ac:spMk id="35" creationId="{6EEA2DBD-9E1E-4521-8C01-F32AD18A89E3}"/>
          </ac:spMkLst>
        </pc:spChg>
        <pc:spChg chg="add">
          <ac:chgData name="GABRIELLE VIEIRA MARCELINO" userId="d8b9c6a6-9b4c-4c97-bd94-edaa1e9577fa" providerId="ADAL" clId="{73794687-898D-476A-8EB3-ADE40D5BF760}" dt="2025-11-27T02:08:13.962" v="43" actId="26606"/>
          <ac:spMkLst>
            <pc:docMk/>
            <pc:sldMk cId="2881017368" sldId="258"/>
            <ac:spMk id="36" creationId="{89AF5CE9-607F-43F4-8983-DCD6DA4051FD}"/>
          </ac:spMkLst>
        </pc:spChg>
        <pc:spChg chg="add del">
          <ac:chgData name="GABRIELLE VIEIRA MARCELINO" userId="d8b9c6a6-9b4c-4c97-bd94-edaa1e9577fa" providerId="ADAL" clId="{73794687-898D-476A-8EB3-ADE40D5BF760}" dt="2025-11-27T02:08:07.720" v="41" actId="26606"/>
          <ac:spMkLst>
            <pc:docMk/>
            <pc:sldMk cId="2881017368" sldId="258"/>
            <ac:spMk id="37" creationId="{15BBD2C1-BA9B-46A9-A27A-33498B169272}"/>
          </ac:spMkLst>
        </pc:spChg>
        <pc:spChg chg="add">
          <ac:chgData name="GABRIELLE VIEIRA MARCELINO" userId="d8b9c6a6-9b4c-4c97-bd94-edaa1e9577fa" providerId="ADAL" clId="{73794687-898D-476A-8EB3-ADE40D5BF760}" dt="2025-11-27T02:08:13.962" v="43" actId="26606"/>
          <ac:spMkLst>
            <pc:docMk/>
            <pc:sldMk cId="2881017368" sldId="258"/>
            <ac:spMk id="38" creationId="{6EEA2DBD-9E1E-4521-8C01-F32AD18A89E3}"/>
          </ac:spMkLst>
        </pc:spChg>
        <pc:spChg chg="add">
          <ac:chgData name="GABRIELLE VIEIRA MARCELINO" userId="d8b9c6a6-9b4c-4c97-bd94-edaa1e9577fa" providerId="ADAL" clId="{73794687-898D-476A-8EB3-ADE40D5BF760}" dt="2025-11-27T02:08:13.962" v="43" actId="26606"/>
          <ac:spMkLst>
            <pc:docMk/>
            <pc:sldMk cId="2881017368" sldId="258"/>
            <ac:spMk id="39" creationId="{15BBD2C1-BA9B-46A9-A27A-33498B169272}"/>
          </ac:spMkLst>
        </pc:spChg>
        <pc:grpChg chg="add del">
          <ac:chgData name="GABRIELLE VIEIRA MARCELINO" userId="d8b9c6a6-9b4c-4c97-bd94-edaa1e9577fa" providerId="ADAL" clId="{73794687-898D-476A-8EB3-ADE40D5BF760}" dt="2025-11-27T02:08:07.720" v="41" actId="26606"/>
          <ac:grpSpMkLst>
            <pc:docMk/>
            <pc:sldMk cId="2881017368" sldId="258"/>
            <ac:grpSpMk id="20" creationId="{88C9B83F-64CD-41C1-925F-A08801FFD0BD}"/>
          </ac:grpSpMkLst>
        </pc:grpChg>
        <pc:grpChg chg="add">
          <ac:chgData name="GABRIELLE VIEIRA MARCELINO" userId="d8b9c6a6-9b4c-4c97-bd94-edaa1e9577fa" providerId="ADAL" clId="{73794687-898D-476A-8EB3-ADE40D5BF760}" dt="2025-11-27T02:08:13.962" v="43" actId="26606"/>
          <ac:grpSpMkLst>
            <pc:docMk/>
            <pc:sldMk cId="2881017368" sldId="258"/>
            <ac:grpSpMk id="22" creationId="{88C9B83F-64CD-41C1-925F-A08801FFD0BD}"/>
          </ac:grpSpMkLst>
        </pc:grpChg>
        <pc:picChg chg="mod">
          <ac:chgData name="GABRIELLE VIEIRA MARCELINO" userId="d8b9c6a6-9b4c-4c97-bd94-edaa1e9577fa" providerId="ADAL" clId="{73794687-898D-476A-8EB3-ADE40D5BF760}" dt="2025-11-27T02:08:13.962" v="43" actId="26606"/>
          <ac:picMkLst>
            <pc:docMk/>
            <pc:sldMk cId="2881017368" sldId="258"/>
            <ac:picMk id="4" creationId="{2B641C7D-E424-F0FD-873B-D9AA5F1F47F0}"/>
          </ac:picMkLst>
        </pc:picChg>
      </pc:sldChg>
      <pc:sldChg chg="addSp delSp modSp mod modTransition setBg addAnim delAnim modAnim">
        <pc:chgData name="GABRIELLE VIEIRA MARCELINO" userId="d8b9c6a6-9b4c-4c97-bd94-edaa1e9577fa" providerId="ADAL" clId="{73794687-898D-476A-8EB3-ADE40D5BF760}" dt="2025-11-27T02:54:24.811" v="436"/>
        <pc:sldMkLst>
          <pc:docMk/>
          <pc:sldMk cId="1978028061" sldId="259"/>
        </pc:sldMkLst>
        <pc:spChg chg="mod ord">
          <ac:chgData name="GABRIELLE VIEIRA MARCELINO" userId="d8b9c6a6-9b4c-4c97-bd94-edaa1e9577fa" providerId="ADAL" clId="{73794687-898D-476A-8EB3-ADE40D5BF760}" dt="2025-11-27T02:23:29.860" v="117" actId="1076"/>
          <ac:spMkLst>
            <pc:docMk/>
            <pc:sldMk cId="1978028061" sldId="259"/>
            <ac:spMk id="2" creationId="{C5050A64-79B0-2561-A717-B64014B24C62}"/>
          </ac:spMkLst>
        </pc:spChg>
        <pc:spChg chg="add del mod">
          <ac:chgData name="GABRIELLE VIEIRA MARCELINO" userId="d8b9c6a6-9b4c-4c97-bd94-edaa1e9577fa" providerId="ADAL" clId="{73794687-898D-476A-8EB3-ADE40D5BF760}" dt="2025-11-27T02:21:46.266" v="115" actId="26606"/>
          <ac:spMkLst>
            <pc:docMk/>
            <pc:sldMk cId="1978028061" sldId="259"/>
            <ac:spMk id="5" creationId="{E35976C1-3A6F-1D34-BB92-69AC7FD8EFCF}"/>
          </ac:spMkLst>
        </pc:spChg>
        <pc:spChg chg="add del">
          <ac:chgData name="GABRIELLE VIEIRA MARCELINO" userId="d8b9c6a6-9b4c-4c97-bd94-edaa1e9577fa" providerId="ADAL" clId="{73794687-898D-476A-8EB3-ADE40D5BF760}" dt="2025-11-27T02:17:05.329" v="107" actId="26606"/>
          <ac:spMkLst>
            <pc:docMk/>
            <pc:sldMk cId="1978028061" sldId="259"/>
            <ac:spMk id="25" creationId="{66D61E08-70C3-48D8-BEA0-787111DC30DA}"/>
          </ac:spMkLst>
        </pc:spChg>
        <pc:spChg chg="add del">
          <ac:chgData name="GABRIELLE VIEIRA MARCELINO" userId="d8b9c6a6-9b4c-4c97-bd94-edaa1e9577fa" providerId="ADAL" clId="{73794687-898D-476A-8EB3-ADE40D5BF760}" dt="2025-11-27T02:17:05.329" v="107" actId="26606"/>
          <ac:spMkLst>
            <pc:docMk/>
            <pc:sldMk cId="1978028061" sldId="259"/>
            <ac:spMk id="27" creationId="{FC55298F-0AE5-478E-AD2B-03C2614C5833}"/>
          </ac:spMkLst>
        </pc:spChg>
        <pc:spChg chg="add del">
          <ac:chgData name="GABRIELLE VIEIRA MARCELINO" userId="d8b9c6a6-9b4c-4c97-bd94-edaa1e9577fa" providerId="ADAL" clId="{73794687-898D-476A-8EB3-ADE40D5BF760}" dt="2025-11-27T02:21:33.198" v="112" actId="26606"/>
          <ac:spMkLst>
            <pc:docMk/>
            <pc:sldMk cId="1978028061" sldId="259"/>
            <ac:spMk id="28" creationId="{66D61E08-70C3-48D8-BEA0-787111DC30DA}"/>
          </ac:spMkLst>
        </pc:spChg>
        <pc:spChg chg="add del">
          <ac:chgData name="GABRIELLE VIEIRA MARCELINO" userId="d8b9c6a6-9b4c-4c97-bd94-edaa1e9577fa" providerId="ADAL" clId="{73794687-898D-476A-8EB3-ADE40D5BF760}" dt="2025-11-27T02:17:05.329" v="107" actId="26606"/>
          <ac:spMkLst>
            <pc:docMk/>
            <pc:sldMk cId="1978028061" sldId="259"/>
            <ac:spMk id="29" creationId="{C180E4EA-0B63-4779-A895-7E90E71088F3}"/>
          </ac:spMkLst>
        </pc:spChg>
        <pc:spChg chg="add del">
          <ac:chgData name="GABRIELLE VIEIRA MARCELINO" userId="d8b9c6a6-9b4c-4c97-bd94-edaa1e9577fa" providerId="ADAL" clId="{73794687-898D-476A-8EB3-ADE40D5BF760}" dt="2025-11-27T02:21:33.198" v="112" actId="26606"/>
          <ac:spMkLst>
            <pc:docMk/>
            <pc:sldMk cId="1978028061" sldId="259"/>
            <ac:spMk id="30" creationId="{FC55298F-0AE5-478E-AD2B-03C2614C5833}"/>
          </ac:spMkLst>
        </pc:spChg>
        <pc:spChg chg="add del">
          <ac:chgData name="GABRIELLE VIEIRA MARCELINO" userId="d8b9c6a6-9b4c-4c97-bd94-edaa1e9577fa" providerId="ADAL" clId="{73794687-898D-476A-8EB3-ADE40D5BF760}" dt="2025-11-27T02:17:05.329" v="107" actId="26606"/>
          <ac:spMkLst>
            <pc:docMk/>
            <pc:sldMk cId="1978028061" sldId="259"/>
            <ac:spMk id="31" creationId="{CEE01D9D-3DE8-4EED-B0D3-8F3C79CC7673}"/>
          </ac:spMkLst>
        </pc:spChg>
        <pc:spChg chg="add del">
          <ac:chgData name="GABRIELLE VIEIRA MARCELINO" userId="d8b9c6a6-9b4c-4c97-bd94-edaa1e9577fa" providerId="ADAL" clId="{73794687-898D-476A-8EB3-ADE40D5BF760}" dt="2025-11-27T02:21:33.198" v="112" actId="26606"/>
          <ac:spMkLst>
            <pc:docMk/>
            <pc:sldMk cId="1978028061" sldId="259"/>
            <ac:spMk id="32" creationId="{C180E4EA-0B63-4779-A895-7E90E71088F3}"/>
          </ac:spMkLst>
        </pc:spChg>
        <pc:spChg chg="add del">
          <ac:chgData name="GABRIELLE VIEIRA MARCELINO" userId="d8b9c6a6-9b4c-4c97-bd94-edaa1e9577fa" providerId="ADAL" clId="{73794687-898D-476A-8EB3-ADE40D5BF760}" dt="2025-11-27T02:17:05.329" v="107" actId="26606"/>
          <ac:spMkLst>
            <pc:docMk/>
            <pc:sldMk cId="1978028061" sldId="259"/>
            <ac:spMk id="33" creationId="{89AF5CE9-607F-43F4-8983-DCD6DA4051FD}"/>
          </ac:spMkLst>
        </pc:spChg>
        <pc:spChg chg="add del">
          <ac:chgData name="GABRIELLE VIEIRA MARCELINO" userId="d8b9c6a6-9b4c-4c97-bd94-edaa1e9577fa" providerId="ADAL" clId="{73794687-898D-476A-8EB3-ADE40D5BF760}" dt="2025-11-27T02:21:33.198" v="112" actId="26606"/>
          <ac:spMkLst>
            <pc:docMk/>
            <pc:sldMk cId="1978028061" sldId="259"/>
            <ac:spMk id="34" creationId="{CEE01D9D-3DE8-4EED-B0D3-8F3C79CC7673}"/>
          </ac:spMkLst>
        </pc:spChg>
        <pc:spChg chg="add del">
          <ac:chgData name="GABRIELLE VIEIRA MARCELINO" userId="d8b9c6a6-9b4c-4c97-bd94-edaa1e9577fa" providerId="ADAL" clId="{73794687-898D-476A-8EB3-ADE40D5BF760}" dt="2025-11-27T02:17:05.329" v="107" actId="26606"/>
          <ac:spMkLst>
            <pc:docMk/>
            <pc:sldMk cId="1978028061" sldId="259"/>
            <ac:spMk id="35" creationId="{6EEA2DBD-9E1E-4521-8C01-F32AD18A89E3}"/>
          </ac:spMkLst>
        </pc:spChg>
        <pc:spChg chg="add del">
          <ac:chgData name="GABRIELLE VIEIRA MARCELINO" userId="d8b9c6a6-9b4c-4c97-bd94-edaa1e9577fa" providerId="ADAL" clId="{73794687-898D-476A-8EB3-ADE40D5BF760}" dt="2025-11-27T02:21:33.198" v="112" actId="26606"/>
          <ac:spMkLst>
            <pc:docMk/>
            <pc:sldMk cId="1978028061" sldId="259"/>
            <ac:spMk id="36" creationId="{89AF5CE9-607F-43F4-8983-DCD6DA4051FD}"/>
          </ac:spMkLst>
        </pc:spChg>
        <pc:spChg chg="add del">
          <ac:chgData name="GABRIELLE VIEIRA MARCELINO" userId="d8b9c6a6-9b4c-4c97-bd94-edaa1e9577fa" providerId="ADAL" clId="{73794687-898D-476A-8EB3-ADE40D5BF760}" dt="2025-11-27T02:17:05.329" v="107" actId="26606"/>
          <ac:spMkLst>
            <pc:docMk/>
            <pc:sldMk cId="1978028061" sldId="259"/>
            <ac:spMk id="37" creationId="{15BBD2C1-BA9B-46A9-A27A-33498B169272}"/>
          </ac:spMkLst>
        </pc:spChg>
        <pc:spChg chg="add del">
          <ac:chgData name="GABRIELLE VIEIRA MARCELINO" userId="d8b9c6a6-9b4c-4c97-bd94-edaa1e9577fa" providerId="ADAL" clId="{73794687-898D-476A-8EB3-ADE40D5BF760}" dt="2025-11-27T02:21:33.198" v="112" actId="26606"/>
          <ac:spMkLst>
            <pc:docMk/>
            <pc:sldMk cId="1978028061" sldId="259"/>
            <ac:spMk id="38" creationId="{6EEA2DBD-9E1E-4521-8C01-F32AD18A89E3}"/>
          </ac:spMkLst>
        </pc:spChg>
        <pc:spChg chg="add del">
          <ac:chgData name="GABRIELLE VIEIRA MARCELINO" userId="d8b9c6a6-9b4c-4c97-bd94-edaa1e9577fa" providerId="ADAL" clId="{73794687-898D-476A-8EB3-ADE40D5BF760}" dt="2025-11-27T02:21:33.198" v="112" actId="26606"/>
          <ac:spMkLst>
            <pc:docMk/>
            <pc:sldMk cId="1978028061" sldId="259"/>
            <ac:spMk id="40" creationId="{15BBD2C1-BA9B-46A9-A27A-33498B169272}"/>
          </ac:spMkLst>
        </pc:spChg>
        <pc:spChg chg="add">
          <ac:chgData name="GABRIELLE VIEIRA MARCELINO" userId="d8b9c6a6-9b4c-4c97-bd94-edaa1e9577fa" providerId="ADAL" clId="{73794687-898D-476A-8EB3-ADE40D5BF760}" dt="2025-11-27T02:21:46.266" v="115" actId="26606"/>
          <ac:spMkLst>
            <pc:docMk/>
            <pc:sldMk cId="1978028061" sldId="259"/>
            <ac:spMk id="60" creationId="{66D61E08-70C3-48D8-BEA0-787111DC30DA}"/>
          </ac:spMkLst>
        </pc:spChg>
        <pc:spChg chg="add">
          <ac:chgData name="GABRIELLE VIEIRA MARCELINO" userId="d8b9c6a6-9b4c-4c97-bd94-edaa1e9577fa" providerId="ADAL" clId="{73794687-898D-476A-8EB3-ADE40D5BF760}" dt="2025-11-27T02:21:46.266" v="115" actId="26606"/>
          <ac:spMkLst>
            <pc:docMk/>
            <pc:sldMk cId="1978028061" sldId="259"/>
            <ac:spMk id="62" creationId="{FC55298F-0AE5-478E-AD2B-03C2614C5833}"/>
          </ac:spMkLst>
        </pc:spChg>
        <pc:spChg chg="add">
          <ac:chgData name="GABRIELLE VIEIRA MARCELINO" userId="d8b9c6a6-9b4c-4c97-bd94-edaa1e9577fa" providerId="ADAL" clId="{73794687-898D-476A-8EB3-ADE40D5BF760}" dt="2025-11-27T02:21:46.266" v="115" actId="26606"/>
          <ac:spMkLst>
            <pc:docMk/>
            <pc:sldMk cId="1978028061" sldId="259"/>
            <ac:spMk id="64" creationId="{C180E4EA-0B63-4779-A895-7E90E71088F3}"/>
          </ac:spMkLst>
        </pc:spChg>
        <pc:spChg chg="add">
          <ac:chgData name="GABRIELLE VIEIRA MARCELINO" userId="d8b9c6a6-9b4c-4c97-bd94-edaa1e9577fa" providerId="ADAL" clId="{73794687-898D-476A-8EB3-ADE40D5BF760}" dt="2025-11-27T02:21:46.266" v="115" actId="26606"/>
          <ac:spMkLst>
            <pc:docMk/>
            <pc:sldMk cId="1978028061" sldId="259"/>
            <ac:spMk id="66" creationId="{CEE01D9D-3DE8-4EED-B0D3-8F3C79CC7673}"/>
          </ac:spMkLst>
        </pc:spChg>
        <pc:spChg chg="add">
          <ac:chgData name="GABRIELLE VIEIRA MARCELINO" userId="d8b9c6a6-9b4c-4c97-bd94-edaa1e9577fa" providerId="ADAL" clId="{73794687-898D-476A-8EB3-ADE40D5BF760}" dt="2025-11-27T02:21:46.266" v="115" actId="26606"/>
          <ac:spMkLst>
            <pc:docMk/>
            <pc:sldMk cId="1978028061" sldId="259"/>
            <ac:spMk id="68" creationId="{89AF5CE9-607F-43F4-8983-DCD6DA4051FD}"/>
          </ac:spMkLst>
        </pc:spChg>
        <pc:spChg chg="add">
          <ac:chgData name="GABRIELLE VIEIRA MARCELINO" userId="d8b9c6a6-9b4c-4c97-bd94-edaa1e9577fa" providerId="ADAL" clId="{73794687-898D-476A-8EB3-ADE40D5BF760}" dt="2025-11-27T02:21:46.266" v="115" actId="26606"/>
          <ac:spMkLst>
            <pc:docMk/>
            <pc:sldMk cId="1978028061" sldId="259"/>
            <ac:spMk id="70" creationId="{6EEA2DBD-9E1E-4521-8C01-F32AD18A89E3}"/>
          </ac:spMkLst>
        </pc:spChg>
        <pc:spChg chg="add">
          <ac:chgData name="GABRIELLE VIEIRA MARCELINO" userId="d8b9c6a6-9b4c-4c97-bd94-edaa1e9577fa" providerId="ADAL" clId="{73794687-898D-476A-8EB3-ADE40D5BF760}" dt="2025-11-27T02:21:46.266" v="115" actId="26606"/>
          <ac:spMkLst>
            <pc:docMk/>
            <pc:sldMk cId="1978028061" sldId="259"/>
            <ac:spMk id="72" creationId="{15BBD2C1-BA9B-46A9-A27A-33498B169272}"/>
          </ac:spMkLst>
        </pc:spChg>
        <pc:grpChg chg="add del">
          <ac:chgData name="GABRIELLE VIEIRA MARCELINO" userId="d8b9c6a6-9b4c-4c97-bd94-edaa1e9577fa" providerId="ADAL" clId="{73794687-898D-476A-8EB3-ADE40D5BF760}" dt="2025-11-27T02:17:05.329" v="107" actId="26606"/>
          <ac:grpSpMkLst>
            <pc:docMk/>
            <pc:sldMk cId="1978028061" sldId="259"/>
            <ac:grpSpMk id="9" creationId="{88C9B83F-64CD-41C1-925F-A08801FFD0BD}"/>
          </ac:grpSpMkLst>
        </pc:grpChg>
        <pc:picChg chg="del mod modCrop">
          <ac:chgData name="GABRIELLE VIEIRA MARCELINO" userId="d8b9c6a6-9b4c-4c97-bd94-edaa1e9577fa" providerId="ADAL" clId="{73794687-898D-476A-8EB3-ADE40D5BF760}" dt="2025-11-27T02:17:30.564" v="109" actId="478"/>
          <ac:picMkLst>
            <pc:docMk/>
            <pc:sldMk cId="1978028061" sldId="259"/>
            <ac:picMk id="4" creationId="{7C4C795E-66F6-F88B-5DC2-9101D2501B6F}"/>
          </ac:picMkLst>
        </pc:picChg>
        <pc:picChg chg="add del mod">
          <ac:chgData name="GABRIELLE VIEIRA MARCELINO" userId="d8b9c6a6-9b4c-4c97-bd94-edaa1e9577fa" providerId="ADAL" clId="{73794687-898D-476A-8EB3-ADE40D5BF760}" dt="2025-11-27T02:21:34.692" v="113" actId="478"/>
          <ac:picMkLst>
            <pc:docMk/>
            <pc:sldMk cId="1978028061" sldId="259"/>
            <ac:picMk id="7" creationId="{413B4677-033A-B882-A23A-0F2D0080BF8C}"/>
          </ac:picMkLst>
        </pc:picChg>
        <pc:picChg chg="add mod">
          <ac:chgData name="GABRIELLE VIEIRA MARCELINO" userId="d8b9c6a6-9b4c-4c97-bd94-edaa1e9577fa" providerId="ADAL" clId="{73794687-898D-476A-8EB3-ADE40D5BF760}" dt="2025-11-27T02:21:46.266" v="115" actId="26606"/>
          <ac:picMkLst>
            <pc:docMk/>
            <pc:sldMk cId="1978028061" sldId="259"/>
            <ac:picMk id="39" creationId="{606236A0-CC71-FCE8-D23F-1D2C21F3285C}"/>
          </ac:picMkLst>
        </pc:picChg>
      </pc:sldChg>
      <pc:sldChg chg="addSp modSp mod modTransition setBg setClrOvrMap">
        <pc:chgData name="GABRIELLE VIEIRA MARCELINO" userId="d8b9c6a6-9b4c-4c97-bd94-edaa1e9577fa" providerId="ADAL" clId="{73794687-898D-476A-8EB3-ADE40D5BF760}" dt="2025-11-27T02:53:18.360" v="424"/>
        <pc:sldMkLst>
          <pc:docMk/>
          <pc:sldMk cId="1317087553" sldId="260"/>
        </pc:sldMkLst>
        <pc:spChg chg="mod">
          <ac:chgData name="GABRIELLE VIEIRA MARCELINO" userId="d8b9c6a6-9b4c-4c97-bd94-edaa1e9577fa" providerId="ADAL" clId="{73794687-898D-476A-8EB3-ADE40D5BF760}" dt="2025-11-27T02:25:57.994" v="133" actId="1076"/>
          <ac:spMkLst>
            <pc:docMk/>
            <pc:sldMk cId="1317087553" sldId="260"/>
            <ac:spMk id="2" creationId="{FEC0AD39-0C59-1AB7-00A0-1148E367FE8A}"/>
          </ac:spMkLst>
        </pc:spChg>
        <pc:spChg chg="mod">
          <ac:chgData name="GABRIELLE VIEIRA MARCELINO" userId="d8b9c6a6-9b4c-4c97-bd94-edaa1e9577fa" providerId="ADAL" clId="{73794687-898D-476A-8EB3-ADE40D5BF760}" dt="2025-11-27T02:34:35.635" v="204"/>
          <ac:spMkLst>
            <pc:docMk/>
            <pc:sldMk cId="1317087553" sldId="260"/>
            <ac:spMk id="3" creationId="{4629C9A3-7757-2CAA-226D-0068394ADE0F}"/>
          </ac:spMkLst>
        </pc:spChg>
        <pc:spChg chg="add">
          <ac:chgData name="GABRIELLE VIEIRA MARCELINO" userId="d8b9c6a6-9b4c-4c97-bd94-edaa1e9577fa" providerId="ADAL" clId="{73794687-898D-476A-8EB3-ADE40D5BF760}" dt="2025-11-27T02:22:18.138" v="116" actId="26606"/>
          <ac:spMkLst>
            <pc:docMk/>
            <pc:sldMk cId="1317087553" sldId="260"/>
            <ac:spMk id="8" creationId="{A65AC7D1-EAA9-48F5-B509-60A7F50BF703}"/>
          </ac:spMkLst>
        </pc:spChg>
        <pc:spChg chg="add">
          <ac:chgData name="GABRIELLE VIEIRA MARCELINO" userId="d8b9c6a6-9b4c-4c97-bd94-edaa1e9577fa" providerId="ADAL" clId="{73794687-898D-476A-8EB3-ADE40D5BF760}" dt="2025-11-27T02:22:18.138" v="116" actId="26606"/>
          <ac:spMkLst>
            <pc:docMk/>
            <pc:sldMk cId="1317087553" sldId="260"/>
            <ac:spMk id="10" creationId="{D6320AF9-619A-4175-865B-5663E1AEF4C5}"/>
          </ac:spMkLst>
        </pc:spChg>
        <pc:spChg chg="add">
          <ac:chgData name="GABRIELLE VIEIRA MARCELINO" userId="d8b9c6a6-9b4c-4c97-bd94-edaa1e9577fa" providerId="ADAL" clId="{73794687-898D-476A-8EB3-ADE40D5BF760}" dt="2025-11-27T02:22:18.138" v="116" actId="26606"/>
          <ac:spMkLst>
            <pc:docMk/>
            <pc:sldMk cId="1317087553" sldId="260"/>
            <ac:spMk id="16" creationId="{7E018740-5C2B-4A41-AC1A-7E68D1EC1954}"/>
          </ac:spMkLst>
        </pc:spChg>
        <pc:spChg chg="add">
          <ac:chgData name="GABRIELLE VIEIRA MARCELINO" userId="d8b9c6a6-9b4c-4c97-bd94-edaa1e9577fa" providerId="ADAL" clId="{73794687-898D-476A-8EB3-ADE40D5BF760}" dt="2025-11-27T02:22:18.138" v="116" actId="26606"/>
          <ac:spMkLst>
            <pc:docMk/>
            <pc:sldMk cId="1317087553" sldId="260"/>
            <ac:spMk id="18" creationId="{166F75A4-C475-4941-8EE2-B80A06A2C1BB}"/>
          </ac:spMkLst>
        </pc:spChg>
        <pc:spChg chg="add">
          <ac:chgData name="GABRIELLE VIEIRA MARCELINO" userId="d8b9c6a6-9b4c-4c97-bd94-edaa1e9577fa" providerId="ADAL" clId="{73794687-898D-476A-8EB3-ADE40D5BF760}" dt="2025-11-27T02:22:18.138" v="116" actId="26606"/>
          <ac:spMkLst>
            <pc:docMk/>
            <pc:sldMk cId="1317087553" sldId="260"/>
            <ac:spMk id="20" creationId="{A032553A-72E8-4B0D-8405-FF9771C9AF05}"/>
          </ac:spMkLst>
        </pc:spChg>
        <pc:spChg chg="add">
          <ac:chgData name="GABRIELLE VIEIRA MARCELINO" userId="d8b9c6a6-9b4c-4c97-bd94-edaa1e9577fa" providerId="ADAL" clId="{73794687-898D-476A-8EB3-ADE40D5BF760}" dt="2025-11-27T02:22:18.138" v="116" actId="26606"/>
          <ac:spMkLst>
            <pc:docMk/>
            <pc:sldMk cId="1317087553" sldId="260"/>
            <ac:spMk id="22" creationId="{765800AC-C3B9-498E-87BC-29FAE4C76B21}"/>
          </ac:spMkLst>
        </pc:spChg>
        <pc:spChg chg="add">
          <ac:chgData name="GABRIELLE VIEIRA MARCELINO" userId="d8b9c6a6-9b4c-4c97-bd94-edaa1e9577fa" providerId="ADAL" clId="{73794687-898D-476A-8EB3-ADE40D5BF760}" dt="2025-11-27T02:22:18.138" v="116" actId="26606"/>
          <ac:spMkLst>
            <pc:docMk/>
            <pc:sldMk cId="1317087553" sldId="260"/>
            <ac:spMk id="24" creationId="{1F9D6ACB-2FF4-49F9-978A-E0D5327FC635}"/>
          </ac:spMkLst>
        </pc:spChg>
        <pc:spChg chg="add">
          <ac:chgData name="GABRIELLE VIEIRA MARCELINO" userId="d8b9c6a6-9b4c-4c97-bd94-edaa1e9577fa" providerId="ADAL" clId="{73794687-898D-476A-8EB3-ADE40D5BF760}" dt="2025-11-27T02:22:18.138" v="116" actId="26606"/>
          <ac:spMkLst>
            <pc:docMk/>
            <pc:sldMk cId="1317087553" sldId="260"/>
            <ac:spMk id="26" creationId="{142BFA2A-77A0-4F60-A32A-685681C84889}"/>
          </ac:spMkLst>
        </pc:spChg>
      </pc:sldChg>
      <pc:sldChg chg="addSp delSp modSp mod modTransition addAnim delAnim modAnim">
        <pc:chgData name="GABRIELLE VIEIRA MARCELINO" userId="d8b9c6a6-9b4c-4c97-bd94-edaa1e9577fa" providerId="ADAL" clId="{73794687-898D-476A-8EB3-ADE40D5BF760}" dt="2025-11-27T02:54:31.224" v="438"/>
        <pc:sldMkLst>
          <pc:docMk/>
          <pc:sldMk cId="1861143711" sldId="261"/>
        </pc:sldMkLst>
        <pc:spChg chg="mod ord">
          <ac:chgData name="GABRIELLE VIEIRA MARCELINO" userId="d8b9c6a6-9b4c-4c97-bd94-edaa1e9577fa" providerId="ADAL" clId="{73794687-898D-476A-8EB3-ADE40D5BF760}" dt="2025-11-27T02:25:45.541" v="129" actId="113"/>
          <ac:spMkLst>
            <pc:docMk/>
            <pc:sldMk cId="1861143711" sldId="261"/>
            <ac:spMk id="2" creationId="{5CD01048-7D26-9717-E640-C99CFE02EDB9}"/>
          </ac:spMkLst>
        </pc:spChg>
        <pc:spChg chg="add del">
          <ac:chgData name="GABRIELLE VIEIRA MARCELINO" userId="d8b9c6a6-9b4c-4c97-bd94-edaa1e9577fa" providerId="ADAL" clId="{73794687-898D-476A-8EB3-ADE40D5BF760}" dt="2025-11-27T02:23:54.116" v="120" actId="26606"/>
          <ac:spMkLst>
            <pc:docMk/>
            <pc:sldMk cId="1861143711" sldId="261"/>
            <ac:spMk id="23" creationId="{06175509-2135-4B8D-5559-05A3D0F42654}"/>
          </ac:spMkLst>
        </pc:spChg>
        <pc:spChg chg="add del">
          <ac:chgData name="GABRIELLE VIEIRA MARCELINO" userId="d8b9c6a6-9b4c-4c97-bd94-edaa1e9577fa" providerId="ADAL" clId="{73794687-898D-476A-8EB3-ADE40D5BF760}" dt="2025-11-27T02:23:54.116" v="120" actId="26606"/>
          <ac:spMkLst>
            <pc:docMk/>
            <pc:sldMk cId="1861143711" sldId="261"/>
            <ac:spMk id="30" creationId="{3F088236-D655-4F88-B238-E16762358025}"/>
          </ac:spMkLst>
        </pc:spChg>
        <pc:spChg chg="add del">
          <ac:chgData name="GABRIELLE VIEIRA MARCELINO" userId="d8b9c6a6-9b4c-4c97-bd94-edaa1e9577fa" providerId="ADAL" clId="{73794687-898D-476A-8EB3-ADE40D5BF760}" dt="2025-11-27T02:23:54.116" v="120" actId="26606"/>
          <ac:spMkLst>
            <pc:docMk/>
            <pc:sldMk cId="1861143711" sldId="261"/>
            <ac:spMk id="32" creationId="{3DAC0C92-199E-475C-9390-119A9B027276}"/>
          </ac:spMkLst>
        </pc:spChg>
        <pc:spChg chg="add del">
          <ac:chgData name="GABRIELLE VIEIRA MARCELINO" userId="d8b9c6a6-9b4c-4c97-bd94-edaa1e9577fa" providerId="ADAL" clId="{73794687-898D-476A-8EB3-ADE40D5BF760}" dt="2025-11-27T02:23:54.116" v="120" actId="26606"/>
          <ac:spMkLst>
            <pc:docMk/>
            <pc:sldMk cId="1861143711" sldId="261"/>
            <ac:spMk id="34" creationId="{C4CFB339-0ED8-4FE2-9EF1-6D1375B8499B}"/>
          </ac:spMkLst>
        </pc:spChg>
        <pc:spChg chg="add del">
          <ac:chgData name="GABRIELLE VIEIRA MARCELINO" userId="d8b9c6a6-9b4c-4c97-bd94-edaa1e9577fa" providerId="ADAL" clId="{73794687-898D-476A-8EB3-ADE40D5BF760}" dt="2025-11-27T02:23:54.116" v="120" actId="26606"/>
          <ac:spMkLst>
            <pc:docMk/>
            <pc:sldMk cId="1861143711" sldId="261"/>
            <ac:spMk id="36" creationId="{31896C80-2069-4431-9C19-83B913734490}"/>
          </ac:spMkLst>
        </pc:spChg>
        <pc:spChg chg="add del">
          <ac:chgData name="GABRIELLE VIEIRA MARCELINO" userId="d8b9c6a6-9b4c-4c97-bd94-edaa1e9577fa" providerId="ADAL" clId="{73794687-898D-476A-8EB3-ADE40D5BF760}" dt="2025-11-27T02:23:54.116" v="120" actId="26606"/>
          <ac:spMkLst>
            <pc:docMk/>
            <pc:sldMk cId="1861143711" sldId="261"/>
            <ac:spMk id="38" creationId="{BF120A21-0841-4823-B0C4-28AEBCEF9B78}"/>
          </ac:spMkLst>
        </pc:spChg>
        <pc:spChg chg="add del">
          <ac:chgData name="GABRIELLE VIEIRA MARCELINO" userId="d8b9c6a6-9b4c-4c97-bd94-edaa1e9577fa" providerId="ADAL" clId="{73794687-898D-476A-8EB3-ADE40D5BF760}" dt="2025-11-27T02:23:54.116" v="120" actId="26606"/>
          <ac:spMkLst>
            <pc:docMk/>
            <pc:sldMk cId="1861143711" sldId="261"/>
            <ac:spMk id="40" creationId="{DBB05BAE-BBD3-4289-899F-A6851503C6B0}"/>
          </ac:spMkLst>
        </pc:spChg>
        <pc:spChg chg="add del">
          <ac:chgData name="GABRIELLE VIEIRA MARCELINO" userId="d8b9c6a6-9b4c-4c97-bd94-edaa1e9577fa" providerId="ADAL" clId="{73794687-898D-476A-8EB3-ADE40D5BF760}" dt="2025-11-27T02:23:54.116" v="120" actId="26606"/>
          <ac:spMkLst>
            <pc:docMk/>
            <pc:sldMk cId="1861143711" sldId="261"/>
            <ac:spMk id="42" creationId="{9874D11C-36F5-4BBE-A490-019A54E953B0}"/>
          </ac:spMkLst>
        </pc:spChg>
        <pc:spChg chg="add">
          <ac:chgData name="GABRIELLE VIEIRA MARCELINO" userId="d8b9c6a6-9b4c-4c97-bd94-edaa1e9577fa" providerId="ADAL" clId="{73794687-898D-476A-8EB3-ADE40D5BF760}" dt="2025-11-27T02:24:06.273" v="121" actId="26606"/>
          <ac:spMkLst>
            <pc:docMk/>
            <pc:sldMk cId="1861143711" sldId="261"/>
            <ac:spMk id="44" creationId="{C180E4EA-0B63-4779-A895-7E90E71088F3}"/>
          </ac:spMkLst>
        </pc:spChg>
        <pc:spChg chg="add">
          <ac:chgData name="GABRIELLE VIEIRA MARCELINO" userId="d8b9c6a6-9b4c-4c97-bd94-edaa1e9577fa" providerId="ADAL" clId="{73794687-898D-476A-8EB3-ADE40D5BF760}" dt="2025-11-27T02:24:06.273" v="121" actId="26606"/>
          <ac:spMkLst>
            <pc:docMk/>
            <pc:sldMk cId="1861143711" sldId="261"/>
            <ac:spMk id="45" creationId="{66D61E08-70C3-48D8-BEA0-787111DC30DA}"/>
          </ac:spMkLst>
        </pc:spChg>
        <pc:spChg chg="add">
          <ac:chgData name="GABRIELLE VIEIRA MARCELINO" userId="d8b9c6a6-9b4c-4c97-bd94-edaa1e9577fa" providerId="ADAL" clId="{73794687-898D-476A-8EB3-ADE40D5BF760}" dt="2025-11-27T02:24:06.273" v="121" actId="26606"/>
          <ac:spMkLst>
            <pc:docMk/>
            <pc:sldMk cId="1861143711" sldId="261"/>
            <ac:spMk id="46" creationId="{CEE01D9D-3DE8-4EED-B0D3-8F3C79CC7673}"/>
          </ac:spMkLst>
        </pc:spChg>
        <pc:spChg chg="add">
          <ac:chgData name="GABRIELLE VIEIRA MARCELINO" userId="d8b9c6a6-9b4c-4c97-bd94-edaa1e9577fa" providerId="ADAL" clId="{73794687-898D-476A-8EB3-ADE40D5BF760}" dt="2025-11-27T02:24:06.273" v="121" actId="26606"/>
          <ac:spMkLst>
            <pc:docMk/>
            <pc:sldMk cId="1861143711" sldId="261"/>
            <ac:spMk id="47" creationId="{FC55298F-0AE5-478E-AD2B-03C2614C5833}"/>
          </ac:spMkLst>
        </pc:spChg>
        <pc:spChg chg="add">
          <ac:chgData name="GABRIELLE VIEIRA MARCELINO" userId="d8b9c6a6-9b4c-4c97-bd94-edaa1e9577fa" providerId="ADAL" clId="{73794687-898D-476A-8EB3-ADE40D5BF760}" dt="2025-11-27T02:24:06.273" v="121" actId="26606"/>
          <ac:spMkLst>
            <pc:docMk/>
            <pc:sldMk cId="1861143711" sldId="261"/>
            <ac:spMk id="48" creationId="{89AF5CE9-607F-43F4-8983-DCD6DA4051FD}"/>
          </ac:spMkLst>
        </pc:spChg>
        <pc:spChg chg="add">
          <ac:chgData name="GABRIELLE VIEIRA MARCELINO" userId="d8b9c6a6-9b4c-4c97-bd94-edaa1e9577fa" providerId="ADAL" clId="{73794687-898D-476A-8EB3-ADE40D5BF760}" dt="2025-11-27T02:24:06.273" v="121" actId="26606"/>
          <ac:spMkLst>
            <pc:docMk/>
            <pc:sldMk cId="1861143711" sldId="261"/>
            <ac:spMk id="50" creationId="{6EEA2DBD-9E1E-4521-8C01-F32AD18A89E3}"/>
          </ac:spMkLst>
        </pc:spChg>
        <pc:spChg chg="add">
          <ac:chgData name="GABRIELLE VIEIRA MARCELINO" userId="d8b9c6a6-9b4c-4c97-bd94-edaa1e9577fa" providerId="ADAL" clId="{73794687-898D-476A-8EB3-ADE40D5BF760}" dt="2025-11-27T02:24:06.273" v="121" actId="26606"/>
          <ac:spMkLst>
            <pc:docMk/>
            <pc:sldMk cId="1861143711" sldId="261"/>
            <ac:spMk id="52" creationId="{15BBD2C1-BA9B-46A9-A27A-33498B169272}"/>
          </ac:spMkLst>
        </pc:spChg>
        <pc:grpChg chg="add">
          <ac:chgData name="GABRIELLE VIEIRA MARCELINO" userId="d8b9c6a6-9b4c-4c97-bd94-edaa1e9577fa" providerId="ADAL" clId="{73794687-898D-476A-8EB3-ADE40D5BF760}" dt="2025-11-27T02:24:06.273" v="121" actId="26606"/>
          <ac:grpSpMkLst>
            <pc:docMk/>
            <pc:sldMk cId="1861143711" sldId="261"/>
            <ac:grpSpMk id="24" creationId="{88C9B83F-64CD-41C1-925F-A08801FFD0BD}"/>
          </ac:grpSpMkLst>
        </pc:grpChg>
        <pc:picChg chg="mod">
          <ac:chgData name="GABRIELLE VIEIRA MARCELINO" userId="d8b9c6a6-9b4c-4c97-bd94-edaa1e9577fa" providerId="ADAL" clId="{73794687-898D-476A-8EB3-ADE40D5BF760}" dt="2025-11-27T02:24:13.069" v="123" actId="14100"/>
          <ac:picMkLst>
            <pc:docMk/>
            <pc:sldMk cId="1861143711" sldId="261"/>
            <ac:picMk id="7" creationId="{4C6C5111-B8DA-E8B3-5960-95EAD30E70E8}"/>
          </ac:picMkLst>
        </pc:picChg>
      </pc:sldChg>
      <pc:sldChg chg="addSp delSp modSp mod modTransition setBg addAnim delAnim modAnim">
        <pc:chgData name="GABRIELLE VIEIRA MARCELINO" userId="d8b9c6a6-9b4c-4c97-bd94-edaa1e9577fa" providerId="ADAL" clId="{73794687-898D-476A-8EB3-ADE40D5BF760}" dt="2025-11-27T02:54:41.355" v="440"/>
        <pc:sldMkLst>
          <pc:docMk/>
          <pc:sldMk cId="2931038577" sldId="262"/>
        </pc:sldMkLst>
        <pc:spChg chg="mod ord">
          <ac:chgData name="GABRIELLE VIEIRA MARCELINO" userId="d8b9c6a6-9b4c-4c97-bd94-edaa1e9577fa" providerId="ADAL" clId="{73794687-898D-476A-8EB3-ADE40D5BF760}" dt="2025-11-27T02:31:31.895" v="169" actId="26606"/>
          <ac:spMkLst>
            <pc:docMk/>
            <pc:sldMk cId="2931038577" sldId="262"/>
            <ac:spMk id="2" creationId="{A04CF24B-59B4-489C-3320-158EDC71AA1C}"/>
          </ac:spMkLst>
        </pc:spChg>
        <pc:spChg chg="add del mod">
          <ac:chgData name="GABRIELLE VIEIRA MARCELINO" userId="d8b9c6a6-9b4c-4c97-bd94-edaa1e9577fa" providerId="ADAL" clId="{73794687-898D-476A-8EB3-ADE40D5BF760}" dt="2025-11-27T02:30:50.090" v="160" actId="478"/>
          <ac:spMkLst>
            <pc:docMk/>
            <pc:sldMk cId="2931038577" sldId="262"/>
            <ac:spMk id="5" creationId="{68E27D08-AA24-F70B-5232-4754E24130E9}"/>
          </ac:spMkLst>
        </pc:spChg>
        <pc:spChg chg="add del mod">
          <ac:chgData name="GABRIELLE VIEIRA MARCELINO" userId="d8b9c6a6-9b4c-4c97-bd94-edaa1e9577fa" providerId="ADAL" clId="{73794687-898D-476A-8EB3-ADE40D5BF760}" dt="2025-11-27T02:31:31.895" v="169" actId="26606"/>
          <ac:spMkLst>
            <pc:docMk/>
            <pc:sldMk cId="2931038577" sldId="262"/>
            <ac:spMk id="7" creationId="{222A5097-253C-4C5E-D896-C30DF592D34C}"/>
          </ac:spMkLst>
        </pc:spChg>
        <pc:spChg chg="add del">
          <ac:chgData name="GABRIELLE VIEIRA MARCELINO" userId="d8b9c6a6-9b4c-4c97-bd94-edaa1e9577fa" providerId="ADAL" clId="{73794687-898D-476A-8EB3-ADE40D5BF760}" dt="2025-11-27T02:30:53.753" v="166" actId="26606"/>
          <ac:spMkLst>
            <pc:docMk/>
            <pc:sldMk cId="2931038577" sldId="262"/>
            <ac:spMk id="25" creationId="{66D61E08-70C3-48D8-BEA0-787111DC30DA}"/>
          </ac:spMkLst>
        </pc:spChg>
        <pc:spChg chg="add del">
          <ac:chgData name="GABRIELLE VIEIRA MARCELINO" userId="d8b9c6a6-9b4c-4c97-bd94-edaa1e9577fa" providerId="ADAL" clId="{73794687-898D-476A-8EB3-ADE40D5BF760}" dt="2025-11-27T02:30:53.753" v="166" actId="26606"/>
          <ac:spMkLst>
            <pc:docMk/>
            <pc:sldMk cId="2931038577" sldId="262"/>
            <ac:spMk id="27" creationId="{FC55298F-0AE5-478E-AD2B-03C2614C5833}"/>
          </ac:spMkLst>
        </pc:spChg>
        <pc:spChg chg="add del">
          <ac:chgData name="GABRIELLE VIEIRA MARCELINO" userId="d8b9c6a6-9b4c-4c97-bd94-edaa1e9577fa" providerId="ADAL" clId="{73794687-898D-476A-8EB3-ADE40D5BF760}" dt="2025-11-27T02:30:53.753" v="166" actId="26606"/>
          <ac:spMkLst>
            <pc:docMk/>
            <pc:sldMk cId="2931038577" sldId="262"/>
            <ac:spMk id="29" creationId="{C180E4EA-0B63-4779-A895-7E90E71088F3}"/>
          </ac:spMkLst>
        </pc:spChg>
        <pc:spChg chg="add del">
          <ac:chgData name="GABRIELLE VIEIRA MARCELINO" userId="d8b9c6a6-9b4c-4c97-bd94-edaa1e9577fa" providerId="ADAL" clId="{73794687-898D-476A-8EB3-ADE40D5BF760}" dt="2025-11-27T02:30:53.753" v="166" actId="26606"/>
          <ac:spMkLst>
            <pc:docMk/>
            <pc:sldMk cId="2931038577" sldId="262"/>
            <ac:spMk id="31" creationId="{CEE01D9D-3DE8-4EED-B0D3-8F3C79CC7673}"/>
          </ac:spMkLst>
        </pc:spChg>
        <pc:spChg chg="add del">
          <ac:chgData name="GABRIELLE VIEIRA MARCELINO" userId="d8b9c6a6-9b4c-4c97-bd94-edaa1e9577fa" providerId="ADAL" clId="{73794687-898D-476A-8EB3-ADE40D5BF760}" dt="2025-11-27T02:30:53.753" v="166" actId="26606"/>
          <ac:spMkLst>
            <pc:docMk/>
            <pc:sldMk cId="2931038577" sldId="262"/>
            <ac:spMk id="33" creationId="{89AF5CE9-607F-43F4-8983-DCD6DA4051FD}"/>
          </ac:spMkLst>
        </pc:spChg>
        <pc:spChg chg="add del">
          <ac:chgData name="GABRIELLE VIEIRA MARCELINO" userId="d8b9c6a6-9b4c-4c97-bd94-edaa1e9577fa" providerId="ADAL" clId="{73794687-898D-476A-8EB3-ADE40D5BF760}" dt="2025-11-27T02:30:53.753" v="166" actId="26606"/>
          <ac:spMkLst>
            <pc:docMk/>
            <pc:sldMk cId="2931038577" sldId="262"/>
            <ac:spMk id="35" creationId="{6EEA2DBD-9E1E-4521-8C01-F32AD18A89E3}"/>
          </ac:spMkLst>
        </pc:spChg>
        <pc:spChg chg="add del">
          <ac:chgData name="GABRIELLE VIEIRA MARCELINO" userId="d8b9c6a6-9b4c-4c97-bd94-edaa1e9577fa" providerId="ADAL" clId="{73794687-898D-476A-8EB3-ADE40D5BF760}" dt="2025-11-27T02:30:53.753" v="166" actId="26606"/>
          <ac:spMkLst>
            <pc:docMk/>
            <pc:sldMk cId="2931038577" sldId="262"/>
            <ac:spMk id="37" creationId="{15BBD2C1-BA9B-46A9-A27A-33498B169272}"/>
          </ac:spMkLst>
        </pc:spChg>
        <pc:spChg chg="add">
          <ac:chgData name="GABRIELLE VIEIRA MARCELINO" userId="d8b9c6a6-9b4c-4c97-bd94-edaa1e9577fa" providerId="ADAL" clId="{73794687-898D-476A-8EB3-ADE40D5BF760}" dt="2025-11-27T02:31:31.895" v="169" actId="26606"/>
          <ac:spMkLst>
            <pc:docMk/>
            <pc:sldMk cId="2931038577" sldId="262"/>
            <ac:spMk id="5143" creationId="{66D61E08-70C3-48D8-BEA0-787111DC30DA}"/>
          </ac:spMkLst>
        </pc:spChg>
        <pc:spChg chg="add">
          <ac:chgData name="GABRIELLE VIEIRA MARCELINO" userId="d8b9c6a6-9b4c-4c97-bd94-edaa1e9577fa" providerId="ADAL" clId="{73794687-898D-476A-8EB3-ADE40D5BF760}" dt="2025-11-27T02:31:31.895" v="169" actId="26606"/>
          <ac:spMkLst>
            <pc:docMk/>
            <pc:sldMk cId="2931038577" sldId="262"/>
            <ac:spMk id="5145" creationId="{FC55298F-0AE5-478E-AD2B-03C2614C5833}"/>
          </ac:spMkLst>
        </pc:spChg>
        <pc:spChg chg="add">
          <ac:chgData name="GABRIELLE VIEIRA MARCELINO" userId="d8b9c6a6-9b4c-4c97-bd94-edaa1e9577fa" providerId="ADAL" clId="{73794687-898D-476A-8EB3-ADE40D5BF760}" dt="2025-11-27T02:31:31.895" v="169" actId="26606"/>
          <ac:spMkLst>
            <pc:docMk/>
            <pc:sldMk cId="2931038577" sldId="262"/>
            <ac:spMk id="5147" creationId="{C180E4EA-0B63-4779-A895-7E90E71088F3}"/>
          </ac:spMkLst>
        </pc:spChg>
        <pc:spChg chg="add">
          <ac:chgData name="GABRIELLE VIEIRA MARCELINO" userId="d8b9c6a6-9b4c-4c97-bd94-edaa1e9577fa" providerId="ADAL" clId="{73794687-898D-476A-8EB3-ADE40D5BF760}" dt="2025-11-27T02:31:31.895" v="169" actId="26606"/>
          <ac:spMkLst>
            <pc:docMk/>
            <pc:sldMk cId="2931038577" sldId="262"/>
            <ac:spMk id="5149" creationId="{CEE01D9D-3DE8-4EED-B0D3-8F3C79CC7673}"/>
          </ac:spMkLst>
        </pc:spChg>
        <pc:spChg chg="add">
          <ac:chgData name="GABRIELLE VIEIRA MARCELINO" userId="d8b9c6a6-9b4c-4c97-bd94-edaa1e9577fa" providerId="ADAL" clId="{73794687-898D-476A-8EB3-ADE40D5BF760}" dt="2025-11-27T02:31:31.895" v="169" actId="26606"/>
          <ac:spMkLst>
            <pc:docMk/>
            <pc:sldMk cId="2931038577" sldId="262"/>
            <ac:spMk id="5151" creationId="{89AF5CE9-607F-43F4-8983-DCD6DA4051FD}"/>
          </ac:spMkLst>
        </pc:spChg>
        <pc:spChg chg="add">
          <ac:chgData name="GABRIELLE VIEIRA MARCELINO" userId="d8b9c6a6-9b4c-4c97-bd94-edaa1e9577fa" providerId="ADAL" clId="{73794687-898D-476A-8EB3-ADE40D5BF760}" dt="2025-11-27T02:31:31.895" v="169" actId="26606"/>
          <ac:spMkLst>
            <pc:docMk/>
            <pc:sldMk cId="2931038577" sldId="262"/>
            <ac:spMk id="5153" creationId="{6EEA2DBD-9E1E-4521-8C01-F32AD18A89E3}"/>
          </ac:spMkLst>
        </pc:spChg>
        <pc:spChg chg="add">
          <ac:chgData name="GABRIELLE VIEIRA MARCELINO" userId="d8b9c6a6-9b4c-4c97-bd94-edaa1e9577fa" providerId="ADAL" clId="{73794687-898D-476A-8EB3-ADE40D5BF760}" dt="2025-11-27T02:31:31.895" v="169" actId="26606"/>
          <ac:spMkLst>
            <pc:docMk/>
            <pc:sldMk cId="2931038577" sldId="262"/>
            <ac:spMk id="5155" creationId="{15BBD2C1-BA9B-46A9-A27A-33498B169272}"/>
          </ac:spMkLst>
        </pc:spChg>
        <pc:grpChg chg="add del">
          <ac:chgData name="GABRIELLE VIEIRA MARCELINO" userId="d8b9c6a6-9b4c-4c97-bd94-edaa1e9577fa" providerId="ADAL" clId="{73794687-898D-476A-8EB3-ADE40D5BF760}" dt="2025-11-27T02:30:53.753" v="166" actId="26606"/>
          <ac:grpSpMkLst>
            <pc:docMk/>
            <pc:sldMk cId="2931038577" sldId="262"/>
            <ac:grpSpMk id="9" creationId="{88C9B83F-64CD-41C1-925F-A08801FFD0BD}"/>
          </ac:grpSpMkLst>
        </pc:grpChg>
        <pc:picChg chg="add del mod">
          <ac:chgData name="GABRIELLE VIEIRA MARCELINO" userId="d8b9c6a6-9b4c-4c97-bd94-edaa1e9577fa" providerId="ADAL" clId="{73794687-898D-476A-8EB3-ADE40D5BF760}" dt="2025-11-27T02:30:55.610" v="167" actId="478"/>
          <ac:picMkLst>
            <pc:docMk/>
            <pc:sldMk cId="2931038577" sldId="262"/>
            <ac:picMk id="4" creationId="{5815A8C9-81FC-3E3C-FC18-549719A4AA4D}"/>
          </ac:picMkLst>
        </pc:picChg>
        <pc:picChg chg="add mod">
          <ac:chgData name="GABRIELLE VIEIRA MARCELINO" userId="d8b9c6a6-9b4c-4c97-bd94-edaa1e9577fa" providerId="ADAL" clId="{73794687-898D-476A-8EB3-ADE40D5BF760}" dt="2025-11-27T02:31:31.895" v="169" actId="26606"/>
          <ac:picMkLst>
            <pc:docMk/>
            <pc:sldMk cId="2931038577" sldId="262"/>
            <ac:picMk id="5122" creationId="{E34C2084-1CAC-A2E6-91FD-BD6ED5F775E3}"/>
          </ac:picMkLst>
        </pc:picChg>
      </pc:sldChg>
      <pc:sldChg chg="addSp delSp modSp mod modTransition setBg addAnim delAnim modAnim">
        <pc:chgData name="GABRIELLE VIEIRA MARCELINO" userId="d8b9c6a6-9b4c-4c97-bd94-edaa1e9577fa" providerId="ADAL" clId="{73794687-898D-476A-8EB3-ADE40D5BF760}" dt="2025-11-27T02:54:55.122" v="443" actId="1076"/>
        <pc:sldMkLst>
          <pc:docMk/>
          <pc:sldMk cId="4104918810" sldId="263"/>
        </pc:sldMkLst>
        <pc:spChg chg="mod ord">
          <ac:chgData name="GABRIELLE VIEIRA MARCELINO" userId="d8b9c6a6-9b4c-4c97-bd94-edaa1e9577fa" providerId="ADAL" clId="{73794687-898D-476A-8EB3-ADE40D5BF760}" dt="2025-11-27T02:54:55.122" v="443" actId="1076"/>
          <ac:spMkLst>
            <pc:docMk/>
            <pc:sldMk cId="4104918810" sldId="263"/>
            <ac:spMk id="2" creationId="{FA376460-9B6D-C8F9-C4B7-FFA1277ED4A0}"/>
          </ac:spMkLst>
        </pc:spChg>
        <pc:spChg chg="add del">
          <ac:chgData name="GABRIELLE VIEIRA MARCELINO" userId="d8b9c6a6-9b4c-4c97-bd94-edaa1e9577fa" providerId="ADAL" clId="{73794687-898D-476A-8EB3-ADE40D5BF760}" dt="2025-11-27T02:40:41.666" v="269" actId="478"/>
          <ac:spMkLst>
            <pc:docMk/>
            <pc:sldMk cId="4104918810" sldId="263"/>
            <ac:spMk id="4" creationId="{51710304-C189-CD25-CDEA-435933A24FAB}"/>
          </ac:spMkLst>
        </pc:spChg>
        <pc:spChg chg="add del">
          <ac:chgData name="GABRIELLE VIEIRA MARCELINO" userId="d8b9c6a6-9b4c-4c97-bd94-edaa1e9577fa" providerId="ADAL" clId="{73794687-898D-476A-8EB3-ADE40D5BF760}" dt="2025-11-27T02:40:38.708" v="268" actId="26606"/>
          <ac:spMkLst>
            <pc:docMk/>
            <pc:sldMk cId="4104918810" sldId="263"/>
            <ac:spMk id="26" creationId="{66D61E08-70C3-48D8-BEA0-787111DC30DA}"/>
          </ac:spMkLst>
        </pc:spChg>
        <pc:spChg chg="add del">
          <ac:chgData name="GABRIELLE VIEIRA MARCELINO" userId="d8b9c6a6-9b4c-4c97-bd94-edaa1e9577fa" providerId="ADAL" clId="{73794687-898D-476A-8EB3-ADE40D5BF760}" dt="2025-11-27T02:40:38.708" v="268" actId="26606"/>
          <ac:spMkLst>
            <pc:docMk/>
            <pc:sldMk cId="4104918810" sldId="263"/>
            <ac:spMk id="28" creationId="{FC55298F-0AE5-478E-AD2B-03C2614C5833}"/>
          </ac:spMkLst>
        </pc:spChg>
        <pc:spChg chg="add">
          <ac:chgData name="GABRIELLE VIEIRA MARCELINO" userId="d8b9c6a6-9b4c-4c97-bd94-edaa1e9577fa" providerId="ADAL" clId="{73794687-898D-476A-8EB3-ADE40D5BF760}" dt="2025-11-27T02:41:29.101" v="275" actId="26606"/>
          <ac:spMkLst>
            <pc:docMk/>
            <pc:sldMk cId="4104918810" sldId="263"/>
            <ac:spMk id="29" creationId="{66D61E08-70C3-48D8-BEA0-787111DC30DA}"/>
          </ac:spMkLst>
        </pc:spChg>
        <pc:spChg chg="add del">
          <ac:chgData name="GABRIELLE VIEIRA MARCELINO" userId="d8b9c6a6-9b4c-4c97-bd94-edaa1e9577fa" providerId="ADAL" clId="{73794687-898D-476A-8EB3-ADE40D5BF760}" dt="2025-11-27T02:40:38.708" v="268" actId="26606"/>
          <ac:spMkLst>
            <pc:docMk/>
            <pc:sldMk cId="4104918810" sldId="263"/>
            <ac:spMk id="30" creationId="{C180E4EA-0B63-4779-A895-7E90E71088F3}"/>
          </ac:spMkLst>
        </pc:spChg>
        <pc:spChg chg="add">
          <ac:chgData name="GABRIELLE VIEIRA MARCELINO" userId="d8b9c6a6-9b4c-4c97-bd94-edaa1e9577fa" providerId="ADAL" clId="{73794687-898D-476A-8EB3-ADE40D5BF760}" dt="2025-11-27T02:41:29.101" v="275" actId="26606"/>
          <ac:spMkLst>
            <pc:docMk/>
            <pc:sldMk cId="4104918810" sldId="263"/>
            <ac:spMk id="31" creationId="{FC55298F-0AE5-478E-AD2B-03C2614C5833}"/>
          </ac:spMkLst>
        </pc:spChg>
        <pc:spChg chg="add del">
          <ac:chgData name="GABRIELLE VIEIRA MARCELINO" userId="d8b9c6a6-9b4c-4c97-bd94-edaa1e9577fa" providerId="ADAL" clId="{73794687-898D-476A-8EB3-ADE40D5BF760}" dt="2025-11-27T02:40:38.708" v="268" actId="26606"/>
          <ac:spMkLst>
            <pc:docMk/>
            <pc:sldMk cId="4104918810" sldId="263"/>
            <ac:spMk id="32" creationId="{CEE01D9D-3DE8-4EED-B0D3-8F3C79CC7673}"/>
          </ac:spMkLst>
        </pc:spChg>
        <pc:spChg chg="add">
          <ac:chgData name="GABRIELLE VIEIRA MARCELINO" userId="d8b9c6a6-9b4c-4c97-bd94-edaa1e9577fa" providerId="ADAL" clId="{73794687-898D-476A-8EB3-ADE40D5BF760}" dt="2025-11-27T02:41:29.101" v="275" actId="26606"/>
          <ac:spMkLst>
            <pc:docMk/>
            <pc:sldMk cId="4104918810" sldId="263"/>
            <ac:spMk id="33" creationId="{C180E4EA-0B63-4779-A895-7E90E71088F3}"/>
          </ac:spMkLst>
        </pc:spChg>
        <pc:spChg chg="add del">
          <ac:chgData name="GABRIELLE VIEIRA MARCELINO" userId="d8b9c6a6-9b4c-4c97-bd94-edaa1e9577fa" providerId="ADAL" clId="{73794687-898D-476A-8EB3-ADE40D5BF760}" dt="2025-11-27T02:40:38.708" v="268" actId="26606"/>
          <ac:spMkLst>
            <pc:docMk/>
            <pc:sldMk cId="4104918810" sldId="263"/>
            <ac:spMk id="34" creationId="{89AF5CE9-607F-43F4-8983-DCD6DA4051FD}"/>
          </ac:spMkLst>
        </pc:spChg>
        <pc:spChg chg="add">
          <ac:chgData name="GABRIELLE VIEIRA MARCELINO" userId="d8b9c6a6-9b4c-4c97-bd94-edaa1e9577fa" providerId="ADAL" clId="{73794687-898D-476A-8EB3-ADE40D5BF760}" dt="2025-11-27T02:41:29.101" v="275" actId="26606"/>
          <ac:spMkLst>
            <pc:docMk/>
            <pc:sldMk cId="4104918810" sldId="263"/>
            <ac:spMk id="35" creationId="{CEE01D9D-3DE8-4EED-B0D3-8F3C79CC7673}"/>
          </ac:spMkLst>
        </pc:spChg>
        <pc:spChg chg="add del">
          <ac:chgData name="GABRIELLE VIEIRA MARCELINO" userId="d8b9c6a6-9b4c-4c97-bd94-edaa1e9577fa" providerId="ADAL" clId="{73794687-898D-476A-8EB3-ADE40D5BF760}" dt="2025-11-27T02:40:38.708" v="268" actId="26606"/>
          <ac:spMkLst>
            <pc:docMk/>
            <pc:sldMk cId="4104918810" sldId="263"/>
            <ac:spMk id="36" creationId="{6EEA2DBD-9E1E-4521-8C01-F32AD18A89E3}"/>
          </ac:spMkLst>
        </pc:spChg>
        <pc:spChg chg="add">
          <ac:chgData name="GABRIELLE VIEIRA MARCELINO" userId="d8b9c6a6-9b4c-4c97-bd94-edaa1e9577fa" providerId="ADAL" clId="{73794687-898D-476A-8EB3-ADE40D5BF760}" dt="2025-11-27T02:41:29.101" v="275" actId="26606"/>
          <ac:spMkLst>
            <pc:docMk/>
            <pc:sldMk cId="4104918810" sldId="263"/>
            <ac:spMk id="37" creationId="{89AF5CE9-607F-43F4-8983-DCD6DA4051FD}"/>
          </ac:spMkLst>
        </pc:spChg>
        <pc:spChg chg="add del">
          <ac:chgData name="GABRIELLE VIEIRA MARCELINO" userId="d8b9c6a6-9b4c-4c97-bd94-edaa1e9577fa" providerId="ADAL" clId="{73794687-898D-476A-8EB3-ADE40D5BF760}" dt="2025-11-27T02:40:38.708" v="268" actId="26606"/>
          <ac:spMkLst>
            <pc:docMk/>
            <pc:sldMk cId="4104918810" sldId="263"/>
            <ac:spMk id="38" creationId="{15BBD2C1-BA9B-46A9-A27A-33498B169272}"/>
          </ac:spMkLst>
        </pc:spChg>
        <pc:spChg chg="add">
          <ac:chgData name="GABRIELLE VIEIRA MARCELINO" userId="d8b9c6a6-9b4c-4c97-bd94-edaa1e9577fa" providerId="ADAL" clId="{73794687-898D-476A-8EB3-ADE40D5BF760}" dt="2025-11-27T02:41:29.101" v="275" actId="26606"/>
          <ac:spMkLst>
            <pc:docMk/>
            <pc:sldMk cId="4104918810" sldId="263"/>
            <ac:spMk id="39" creationId="{6EEA2DBD-9E1E-4521-8C01-F32AD18A89E3}"/>
          </ac:spMkLst>
        </pc:spChg>
        <pc:spChg chg="add">
          <ac:chgData name="GABRIELLE VIEIRA MARCELINO" userId="d8b9c6a6-9b4c-4c97-bd94-edaa1e9577fa" providerId="ADAL" clId="{73794687-898D-476A-8EB3-ADE40D5BF760}" dt="2025-11-27T02:41:29.101" v="275" actId="26606"/>
          <ac:spMkLst>
            <pc:docMk/>
            <pc:sldMk cId="4104918810" sldId="263"/>
            <ac:spMk id="41" creationId="{15BBD2C1-BA9B-46A9-A27A-33498B169272}"/>
          </ac:spMkLst>
        </pc:spChg>
        <pc:grpChg chg="add">
          <ac:chgData name="GABRIELLE VIEIRA MARCELINO" userId="d8b9c6a6-9b4c-4c97-bd94-edaa1e9577fa" providerId="ADAL" clId="{73794687-898D-476A-8EB3-ADE40D5BF760}" dt="2025-11-27T02:41:29.101" v="275" actId="26606"/>
          <ac:grpSpMkLst>
            <pc:docMk/>
            <pc:sldMk cId="4104918810" sldId="263"/>
            <ac:grpSpMk id="13" creationId="{88C9B83F-64CD-41C1-925F-A08801FFD0BD}"/>
          </ac:grpSpMkLst>
        </pc:grpChg>
        <pc:picChg chg="add del mod modCrop">
          <ac:chgData name="GABRIELLE VIEIRA MARCELINO" userId="d8b9c6a6-9b4c-4c97-bd94-edaa1e9577fa" providerId="ADAL" clId="{73794687-898D-476A-8EB3-ADE40D5BF760}" dt="2025-11-27T02:40:57.331" v="273" actId="478"/>
          <ac:picMkLst>
            <pc:docMk/>
            <pc:sldMk cId="4104918810" sldId="263"/>
            <ac:picMk id="5" creationId="{13A44C0F-D0E2-E5C3-96B6-998375041ECC}"/>
          </ac:picMkLst>
        </pc:picChg>
        <pc:picChg chg="add mod">
          <ac:chgData name="GABRIELLE VIEIRA MARCELINO" userId="d8b9c6a6-9b4c-4c97-bd94-edaa1e9577fa" providerId="ADAL" clId="{73794687-898D-476A-8EB3-ADE40D5BF760}" dt="2025-11-27T02:41:29.101" v="275" actId="26606"/>
          <ac:picMkLst>
            <pc:docMk/>
            <pc:sldMk cId="4104918810" sldId="263"/>
            <ac:picMk id="8" creationId="{38325289-C9C1-954B-B19A-8364DB6CE5F6}"/>
          </ac:picMkLst>
        </pc:picChg>
      </pc:sldChg>
      <pc:sldChg chg="del">
        <pc:chgData name="GABRIELLE VIEIRA MARCELINO" userId="d8b9c6a6-9b4c-4c97-bd94-edaa1e9577fa" providerId="ADAL" clId="{73794687-898D-476A-8EB3-ADE40D5BF760}" dt="2025-11-27T02:09:58.672" v="72" actId="47"/>
        <pc:sldMkLst>
          <pc:docMk/>
          <pc:sldMk cId="970950443" sldId="264"/>
        </pc:sldMkLst>
      </pc:sldChg>
      <pc:sldChg chg="del">
        <pc:chgData name="GABRIELLE VIEIRA MARCELINO" userId="d8b9c6a6-9b4c-4c97-bd94-edaa1e9577fa" providerId="ADAL" clId="{73794687-898D-476A-8EB3-ADE40D5BF760}" dt="2025-11-27T02:10:00.662" v="73" actId="47"/>
        <pc:sldMkLst>
          <pc:docMk/>
          <pc:sldMk cId="3122995054" sldId="265"/>
        </pc:sldMkLst>
      </pc:sldChg>
      <pc:sldChg chg="del">
        <pc:chgData name="GABRIELLE VIEIRA MARCELINO" userId="d8b9c6a6-9b4c-4c97-bd94-edaa1e9577fa" providerId="ADAL" clId="{73794687-898D-476A-8EB3-ADE40D5BF760}" dt="2025-11-27T02:10:01.659" v="74" actId="47"/>
        <pc:sldMkLst>
          <pc:docMk/>
          <pc:sldMk cId="255131904" sldId="266"/>
        </pc:sldMkLst>
      </pc:sldChg>
      <pc:sldChg chg="addSp modSp mod modTransition setBg">
        <pc:chgData name="GABRIELLE VIEIRA MARCELINO" userId="d8b9c6a6-9b4c-4c97-bd94-edaa1e9577fa" providerId="ADAL" clId="{73794687-898D-476A-8EB3-ADE40D5BF760}" dt="2025-11-27T02:53:18.360" v="424"/>
        <pc:sldMkLst>
          <pc:docMk/>
          <pc:sldMk cId="945365803" sldId="268"/>
        </pc:sldMkLst>
        <pc:spChg chg="add">
          <ac:chgData name="GABRIELLE VIEIRA MARCELINO" userId="d8b9c6a6-9b4c-4c97-bd94-edaa1e9577fa" providerId="ADAL" clId="{73794687-898D-476A-8EB3-ADE40D5BF760}" dt="2025-11-27T02:26:53.589" v="145" actId="26606"/>
          <ac:spMkLst>
            <pc:docMk/>
            <pc:sldMk cId="945365803" sldId="268"/>
            <ac:spMk id="21" creationId="{21029ED5-F105-4DD2-99C8-1E4422817978}"/>
          </ac:spMkLst>
        </pc:spChg>
        <pc:spChg chg="add">
          <ac:chgData name="GABRIELLE VIEIRA MARCELINO" userId="d8b9c6a6-9b4c-4c97-bd94-edaa1e9577fa" providerId="ADAL" clId="{73794687-898D-476A-8EB3-ADE40D5BF760}" dt="2025-11-27T02:26:53.589" v="145" actId="26606"/>
          <ac:spMkLst>
            <pc:docMk/>
            <pc:sldMk cId="945365803" sldId="268"/>
            <ac:spMk id="34" creationId="{5C9652B3-A450-4ED6-8FBF-F536BA60B4D8}"/>
          </ac:spMkLst>
        </pc:spChg>
        <pc:grpChg chg="add">
          <ac:chgData name="GABRIELLE VIEIRA MARCELINO" userId="d8b9c6a6-9b4c-4c97-bd94-edaa1e9577fa" providerId="ADAL" clId="{73794687-898D-476A-8EB3-ADE40D5BF760}" dt="2025-11-27T02:26:53.589" v="145" actId="26606"/>
          <ac:grpSpMkLst>
            <pc:docMk/>
            <pc:sldMk cId="945365803" sldId="268"/>
            <ac:grpSpMk id="9" creationId="{DDE8DE2B-61C1-46D5-BEB8-521321C182C4}"/>
          </ac:grpSpMkLst>
        </pc:grpChg>
        <pc:grpChg chg="add">
          <ac:chgData name="GABRIELLE VIEIRA MARCELINO" userId="d8b9c6a6-9b4c-4c97-bd94-edaa1e9577fa" providerId="ADAL" clId="{73794687-898D-476A-8EB3-ADE40D5BF760}" dt="2025-11-27T02:26:53.589" v="145" actId="26606"/>
          <ac:grpSpMkLst>
            <pc:docMk/>
            <pc:sldMk cId="945365803" sldId="268"/>
            <ac:grpSpMk id="23" creationId="{2D621E68-BF28-4A1C-B1A2-4E55E139E79A}"/>
          </ac:grpSpMkLst>
        </pc:grpChg>
        <pc:picChg chg="mod">
          <ac:chgData name="GABRIELLE VIEIRA MARCELINO" userId="d8b9c6a6-9b4c-4c97-bd94-edaa1e9577fa" providerId="ADAL" clId="{73794687-898D-476A-8EB3-ADE40D5BF760}" dt="2025-11-27T02:26:53.589" v="145" actId="26606"/>
          <ac:picMkLst>
            <pc:docMk/>
            <pc:sldMk cId="945365803" sldId="268"/>
            <ac:picMk id="4" creationId="{4652EF45-F4C6-C8FE-E811-45E8C3986E10}"/>
          </ac:picMkLst>
        </pc:picChg>
      </pc:sldChg>
      <pc:sldChg chg="addSp modSp mod modTransition setBg">
        <pc:chgData name="GABRIELLE VIEIRA MARCELINO" userId="d8b9c6a6-9b4c-4c97-bd94-edaa1e9577fa" providerId="ADAL" clId="{73794687-898D-476A-8EB3-ADE40D5BF760}" dt="2025-11-27T02:53:18.360" v="424"/>
        <pc:sldMkLst>
          <pc:docMk/>
          <pc:sldMk cId="1062543334" sldId="269"/>
        </pc:sldMkLst>
        <pc:spChg chg="add">
          <ac:chgData name="GABRIELLE VIEIRA MARCELINO" userId="d8b9c6a6-9b4c-4c97-bd94-edaa1e9577fa" providerId="ADAL" clId="{73794687-898D-476A-8EB3-ADE40D5BF760}" dt="2025-11-27T02:26:10.498" v="134" actId="26606"/>
          <ac:spMkLst>
            <pc:docMk/>
            <pc:sldMk cId="1062543334" sldId="269"/>
            <ac:spMk id="21" creationId="{03E8462A-FEBA-4848-81CC-3F8DA3E477BE}"/>
          </ac:spMkLst>
        </pc:spChg>
        <pc:spChg chg="add">
          <ac:chgData name="GABRIELLE VIEIRA MARCELINO" userId="d8b9c6a6-9b4c-4c97-bd94-edaa1e9577fa" providerId="ADAL" clId="{73794687-898D-476A-8EB3-ADE40D5BF760}" dt="2025-11-27T02:26:10.498" v="134" actId="26606"/>
          <ac:spMkLst>
            <pc:docMk/>
            <pc:sldMk cId="1062543334" sldId="269"/>
            <ac:spMk id="34" creationId="{7941F9B1-B01B-4A84-89D9-B169AEB4E456}"/>
          </ac:spMkLst>
        </pc:spChg>
        <pc:grpChg chg="add">
          <ac:chgData name="GABRIELLE VIEIRA MARCELINO" userId="d8b9c6a6-9b4c-4c97-bd94-edaa1e9577fa" providerId="ADAL" clId="{73794687-898D-476A-8EB3-ADE40D5BF760}" dt="2025-11-27T02:26:10.498" v="134" actId="26606"/>
          <ac:grpSpMkLst>
            <pc:docMk/>
            <pc:sldMk cId="1062543334" sldId="269"/>
            <ac:grpSpMk id="9" creationId="{609316A9-990D-4EC3-A671-70EE5C1493A4}"/>
          </ac:grpSpMkLst>
        </pc:grpChg>
        <pc:grpChg chg="add">
          <ac:chgData name="GABRIELLE VIEIRA MARCELINO" userId="d8b9c6a6-9b4c-4c97-bd94-edaa1e9577fa" providerId="ADAL" clId="{73794687-898D-476A-8EB3-ADE40D5BF760}" dt="2025-11-27T02:26:10.498" v="134" actId="26606"/>
          <ac:grpSpMkLst>
            <pc:docMk/>
            <pc:sldMk cId="1062543334" sldId="269"/>
            <ac:grpSpMk id="23" creationId="{2109F83F-40FE-4DB3-84CC-09FB3340D06D}"/>
          </ac:grpSpMkLst>
        </pc:grpChg>
        <pc:picChg chg="mod">
          <ac:chgData name="GABRIELLE VIEIRA MARCELINO" userId="d8b9c6a6-9b4c-4c97-bd94-edaa1e9577fa" providerId="ADAL" clId="{73794687-898D-476A-8EB3-ADE40D5BF760}" dt="2025-11-27T02:26:47.877" v="144" actId="14100"/>
          <ac:picMkLst>
            <pc:docMk/>
            <pc:sldMk cId="1062543334" sldId="269"/>
            <ac:picMk id="4" creationId="{ACBEA637-98C7-A86A-BCD2-07D6F252B8EE}"/>
          </ac:picMkLst>
        </pc:picChg>
      </pc:sldChg>
      <pc:sldChg chg="addSp delSp modSp mod modTransition setBg">
        <pc:chgData name="GABRIELLE VIEIRA MARCELINO" userId="d8b9c6a6-9b4c-4c97-bd94-edaa1e9577fa" providerId="ADAL" clId="{73794687-898D-476A-8EB3-ADE40D5BF760}" dt="2025-11-27T02:53:18.360" v="424"/>
        <pc:sldMkLst>
          <pc:docMk/>
          <pc:sldMk cId="1973794790" sldId="270"/>
        </pc:sldMkLst>
        <pc:spChg chg="add del">
          <ac:chgData name="GABRIELLE VIEIRA MARCELINO" userId="d8b9c6a6-9b4c-4c97-bd94-edaa1e9577fa" providerId="ADAL" clId="{73794687-898D-476A-8EB3-ADE40D5BF760}" dt="2025-11-27T02:27:06.507" v="147" actId="26606"/>
          <ac:spMkLst>
            <pc:docMk/>
            <pc:sldMk cId="1973794790" sldId="270"/>
            <ac:spMk id="21" creationId="{21029ED5-F105-4DD2-99C8-1E4422817978}"/>
          </ac:spMkLst>
        </pc:spChg>
        <pc:spChg chg="add del">
          <ac:chgData name="GABRIELLE VIEIRA MARCELINO" userId="d8b9c6a6-9b4c-4c97-bd94-edaa1e9577fa" providerId="ADAL" clId="{73794687-898D-476A-8EB3-ADE40D5BF760}" dt="2025-11-27T02:27:06.507" v="147" actId="26606"/>
          <ac:spMkLst>
            <pc:docMk/>
            <pc:sldMk cId="1973794790" sldId="270"/>
            <ac:spMk id="34" creationId="{5C9652B3-A450-4ED6-8FBF-F536BA60B4D8}"/>
          </ac:spMkLst>
        </pc:spChg>
        <pc:spChg chg="add">
          <ac:chgData name="GABRIELLE VIEIRA MARCELINO" userId="d8b9c6a6-9b4c-4c97-bd94-edaa1e9577fa" providerId="ADAL" clId="{73794687-898D-476A-8EB3-ADE40D5BF760}" dt="2025-11-27T02:27:12.841" v="148" actId="26606"/>
          <ac:spMkLst>
            <pc:docMk/>
            <pc:sldMk cId="1973794790" sldId="270"/>
            <ac:spMk id="38" creationId="{21029ED5-F105-4DD2-99C8-1E4422817978}"/>
          </ac:spMkLst>
        </pc:spChg>
        <pc:spChg chg="add">
          <ac:chgData name="GABRIELLE VIEIRA MARCELINO" userId="d8b9c6a6-9b4c-4c97-bd94-edaa1e9577fa" providerId="ADAL" clId="{73794687-898D-476A-8EB3-ADE40D5BF760}" dt="2025-11-27T02:27:12.841" v="148" actId="26606"/>
          <ac:spMkLst>
            <pc:docMk/>
            <pc:sldMk cId="1973794790" sldId="270"/>
            <ac:spMk id="48" creationId="{5C9652B3-A450-4ED6-8FBF-F536BA60B4D8}"/>
          </ac:spMkLst>
        </pc:spChg>
        <pc:grpChg chg="add">
          <ac:chgData name="GABRIELLE VIEIRA MARCELINO" userId="d8b9c6a6-9b4c-4c97-bd94-edaa1e9577fa" providerId="ADAL" clId="{73794687-898D-476A-8EB3-ADE40D5BF760}" dt="2025-11-27T02:27:12.841" v="148" actId="26606"/>
          <ac:grpSpMkLst>
            <pc:docMk/>
            <pc:sldMk cId="1973794790" sldId="270"/>
            <ac:grpSpMk id="6" creationId="{DDE8DE2B-61C1-46D5-BEB8-521321C182C4}"/>
          </ac:grpSpMkLst>
        </pc:grpChg>
        <pc:grpChg chg="add del">
          <ac:chgData name="GABRIELLE VIEIRA MARCELINO" userId="d8b9c6a6-9b4c-4c97-bd94-edaa1e9577fa" providerId="ADAL" clId="{73794687-898D-476A-8EB3-ADE40D5BF760}" dt="2025-11-27T02:27:06.507" v="147" actId="26606"/>
          <ac:grpSpMkLst>
            <pc:docMk/>
            <pc:sldMk cId="1973794790" sldId="270"/>
            <ac:grpSpMk id="9" creationId="{DDE8DE2B-61C1-46D5-BEB8-521321C182C4}"/>
          </ac:grpSpMkLst>
        </pc:grpChg>
        <pc:grpChg chg="add del">
          <ac:chgData name="GABRIELLE VIEIRA MARCELINO" userId="d8b9c6a6-9b4c-4c97-bd94-edaa1e9577fa" providerId="ADAL" clId="{73794687-898D-476A-8EB3-ADE40D5BF760}" dt="2025-11-27T02:27:06.507" v="147" actId="26606"/>
          <ac:grpSpMkLst>
            <pc:docMk/>
            <pc:sldMk cId="1973794790" sldId="270"/>
            <ac:grpSpMk id="23" creationId="{2D621E68-BF28-4A1C-B1A2-4E55E139E79A}"/>
          </ac:grpSpMkLst>
        </pc:grpChg>
        <pc:grpChg chg="add">
          <ac:chgData name="GABRIELLE VIEIRA MARCELINO" userId="d8b9c6a6-9b4c-4c97-bd94-edaa1e9577fa" providerId="ADAL" clId="{73794687-898D-476A-8EB3-ADE40D5BF760}" dt="2025-11-27T02:27:12.841" v="148" actId="26606"/>
          <ac:grpSpMkLst>
            <pc:docMk/>
            <pc:sldMk cId="1973794790" sldId="270"/>
            <ac:grpSpMk id="39" creationId="{2D621E68-BF28-4A1C-B1A2-4E55E139E79A}"/>
          </ac:grpSpMkLst>
        </pc:grpChg>
        <pc:picChg chg="mod modCrop">
          <ac:chgData name="GABRIELLE VIEIRA MARCELINO" userId="d8b9c6a6-9b4c-4c97-bd94-edaa1e9577fa" providerId="ADAL" clId="{73794687-898D-476A-8EB3-ADE40D5BF760}" dt="2025-11-27T02:27:30.432" v="151" actId="1076"/>
          <ac:picMkLst>
            <pc:docMk/>
            <pc:sldMk cId="1973794790" sldId="270"/>
            <ac:picMk id="4" creationId="{3E8E9DA1-E16E-11A8-4C7D-182A9562CE84}"/>
          </ac:picMkLst>
        </pc:picChg>
      </pc:sldChg>
      <pc:sldChg chg="addSp delSp modSp add del mod ord setBg">
        <pc:chgData name="GABRIELLE VIEIRA MARCELINO" userId="d8b9c6a6-9b4c-4c97-bd94-edaa1e9577fa" providerId="ADAL" clId="{73794687-898D-476A-8EB3-ADE40D5BF760}" dt="2025-11-27T02:36:53.461" v="227" actId="47"/>
        <pc:sldMkLst>
          <pc:docMk/>
          <pc:sldMk cId="1747653349" sldId="271"/>
        </pc:sldMkLst>
        <pc:spChg chg="del">
          <ac:chgData name="GABRIELLE VIEIRA MARCELINO" userId="d8b9c6a6-9b4c-4c97-bd94-edaa1e9577fa" providerId="ADAL" clId="{73794687-898D-476A-8EB3-ADE40D5BF760}" dt="2025-11-27T02:04:14.004" v="1" actId="478"/>
          <ac:spMkLst>
            <pc:docMk/>
            <pc:sldMk cId="1747653349" sldId="271"/>
            <ac:spMk id="2" creationId="{17DBA1A5-887C-DE8D-1454-90E15C4171FE}"/>
          </ac:spMkLst>
        </pc:spChg>
        <pc:spChg chg="add del mod">
          <ac:chgData name="GABRIELLE VIEIRA MARCELINO" userId="d8b9c6a6-9b4c-4c97-bd94-edaa1e9577fa" providerId="ADAL" clId="{73794687-898D-476A-8EB3-ADE40D5BF760}" dt="2025-11-27T02:04:19.596" v="4" actId="478"/>
          <ac:spMkLst>
            <pc:docMk/>
            <pc:sldMk cId="1747653349" sldId="271"/>
            <ac:spMk id="4" creationId="{9EEC611F-A5E3-95FD-9A1C-229AC5E98408}"/>
          </ac:spMkLst>
        </pc:spChg>
        <pc:spChg chg="add">
          <ac:chgData name="GABRIELLE VIEIRA MARCELINO" userId="d8b9c6a6-9b4c-4c97-bd94-edaa1e9577fa" providerId="ADAL" clId="{73794687-898D-476A-8EB3-ADE40D5BF760}" dt="2025-11-27T02:35:05.875" v="207" actId="26606"/>
          <ac:spMkLst>
            <pc:docMk/>
            <pc:sldMk cId="1747653349" sldId="271"/>
            <ac:spMk id="23" creationId="{7459C506-5F4B-4B75-9218-C7C3F87FA8D3}"/>
          </ac:spMkLst>
        </pc:spChg>
        <pc:spChg chg="add">
          <ac:chgData name="GABRIELLE VIEIRA MARCELINO" userId="d8b9c6a6-9b4c-4c97-bd94-edaa1e9577fa" providerId="ADAL" clId="{73794687-898D-476A-8EB3-ADE40D5BF760}" dt="2025-11-27T02:35:05.875" v="207" actId="26606"/>
          <ac:spMkLst>
            <pc:docMk/>
            <pc:sldMk cId="1747653349" sldId="271"/>
            <ac:spMk id="36" creationId="{4E74DA95-CD7A-4D5E-9D27-67A759CE708D}"/>
          </ac:spMkLst>
        </pc:spChg>
        <pc:grpChg chg="add">
          <ac:chgData name="GABRIELLE VIEIRA MARCELINO" userId="d8b9c6a6-9b4c-4c97-bd94-edaa1e9577fa" providerId="ADAL" clId="{73794687-898D-476A-8EB3-ADE40D5BF760}" dt="2025-11-27T02:35:05.875" v="207" actId="26606"/>
          <ac:grpSpMkLst>
            <pc:docMk/>
            <pc:sldMk cId="1747653349" sldId="271"/>
            <ac:grpSpMk id="11" creationId="{7664F850-BA8B-47AE-B11A-225CAB8969F1}"/>
          </ac:grpSpMkLst>
        </pc:grpChg>
        <pc:grpChg chg="add">
          <ac:chgData name="GABRIELLE VIEIRA MARCELINO" userId="d8b9c6a6-9b4c-4c97-bd94-edaa1e9577fa" providerId="ADAL" clId="{73794687-898D-476A-8EB3-ADE40D5BF760}" dt="2025-11-27T02:35:05.875" v="207" actId="26606"/>
          <ac:grpSpMkLst>
            <pc:docMk/>
            <pc:sldMk cId="1747653349" sldId="271"/>
            <ac:grpSpMk id="25" creationId="{BC659EEB-C3AE-4544-8263-417009DCDF41}"/>
          </ac:grpSpMkLst>
        </pc:grpChg>
        <pc:picChg chg="add del mod modCrop">
          <ac:chgData name="GABRIELLE VIEIRA MARCELINO" userId="d8b9c6a6-9b4c-4c97-bd94-edaa1e9577fa" providerId="ADAL" clId="{73794687-898D-476A-8EB3-ADE40D5BF760}" dt="2025-11-27T02:36:44.271" v="223" actId="21"/>
          <ac:picMkLst>
            <pc:docMk/>
            <pc:sldMk cId="1747653349" sldId="271"/>
            <ac:picMk id="5" creationId="{7A8F15E1-FB99-E99A-27BD-5B4642D0919B}"/>
          </ac:picMkLst>
        </pc:picChg>
        <pc:picChg chg="add del mod modCrop">
          <ac:chgData name="GABRIELLE VIEIRA MARCELINO" userId="d8b9c6a6-9b4c-4c97-bd94-edaa1e9577fa" providerId="ADAL" clId="{73794687-898D-476A-8EB3-ADE40D5BF760}" dt="2025-11-27T02:36:44.271" v="223" actId="21"/>
          <ac:picMkLst>
            <pc:docMk/>
            <pc:sldMk cId="1747653349" sldId="271"/>
            <ac:picMk id="6" creationId="{680E7661-2236-EE39-77A6-D90CE6454580}"/>
          </ac:picMkLst>
        </pc:picChg>
        <pc:cxnChg chg="add">
          <ac:chgData name="GABRIELLE VIEIRA MARCELINO" userId="d8b9c6a6-9b4c-4c97-bd94-edaa1e9577fa" providerId="ADAL" clId="{73794687-898D-476A-8EB3-ADE40D5BF760}" dt="2025-11-27T02:35:05.875" v="207" actId="26606"/>
          <ac:cxnSpMkLst>
            <pc:docMk/>
            <pc:sldMk cId="1747653349" sldId="271"/>
            <ac:cxnSpMk id="38" creationId="{14AA3B5C-0C55-4FFF-9C45-8F9F7C074A4E}"/>
          </ac:cxnSpMkLst>
        </pc:cxnChg>
      </pc:sldChg>
      <pc:sldChg chg="addSp delSp modSp add del mod ord setBg">
        <pc:chgData name="GABRIELLE VIEIRA MARCELINO" userId="d8b9c6a6-9b4c-4c97-bd94-edaa1e9577fa" providerId="ADAL" clId="{73794687-898D-476A-8EB3-ADE40D5BF760}" dt="2025-11-27T02:36:54.413" v="228" actId="47"/>
        <pc:sldMkLst>
          <pc:docMk/>
          <pc:sldMk cId="996171562" sldId="272"/>
        </pc:sldMkLst>
        <pc:spChg chg="add">
          <ac:chgData name="GABRIELLE VIEIRA MARCELINO" userId="d8b9c6a6-9b4c-4c97-bd94-edaa1e9577fa" providerId="ADAL" clId="{73794687-898D-476A-8EB3-ADE40D5BF760}" dt="2025-11-27T02:36:02.997" v="214" actId="26606"/>
          <ac:spMkLst>
            <pc:docMk/>
            <pc:sldMk cId="996171562" sldId="272"/>
            <ac:spMk id="20" creationId="{7459C506-5F4B-4B75-9218-C7C3F87FA8D3}"/>
          </ac:spMkLst>
        </pc:spChg>
        <pc:spChg chg="add">
          <ac:chgData name="GABRIELLE VIEIRA MARCELINO" userId="d8b9c6a6-9b4c-4c97-bd94-edaa1e9577fa" providerId="ADAL" clId="{73794687-898D-476A-8EB3-ADE40D5BF760}" dt="2025-11-27T02:36:02.997" v="214" actId="26606"/>
          <ac:spMkLst>
            <pc:docMk/>
            <pc:sldMk cId="996171562" sldId="272"/>
            <ac:spMk id="33" creationId="{4E74DA95-CD7A-4D5E-9D27-67A759CE708D}"/>
          </ac:spMkLst>
        </pc:spChg>
        <pc:grpChg chg="add">
          <ac:chgData name="GABRIELLE VIEIRA MARCELINO" userId="d8b9c6a6-9b4c-4c97-bd94-edaa1e9577fa" providerId="ADAL" clId="{73794687-898D-476A-8EB3-ADE40D5BF760}" dt="2025-11-27T02:36:02.997" v="214" actId="26606"/>
          <ac:grpSpMkLst>
            <pc:docMk/>
            <pc:sldMk cId="996171562" sldId="272"/>
            <ac:grpSpMk id="8" creationId="{7664F850-BA8B-47AE-B11A-225CAB8969F1}"/>
          </ac:grpSpMkLst>
        </pc:grpChg>
        <pc:grpChg chg="add">
          <ac:chgData name="GABRIELLE VIEIRA MARCELINO" userId="d8b9c6a6-9b4c-4c97-bd94-edaa1e9577fa" providerId="ADAL" clId="{73794687-898D-476A-8EB3-ADE40D5BF760}" dt="2025-11-27T02:36:02.997" v="214" actId="26606"/>
          <ac:grpSpMkLst>
            <pc:docMk/>
            <pc:sldMk cId="996171562" sldId="272"/>
            <ac:grpSpMk id="22" creationId="{BC659EEB-C3AE-4544-8263-417009DCDF41}"/>
          </ac:grpSpMkLst>
        </pc:grpChg>
        <pc:picChg chg="add del mod modCrop">
          <ac:chgData name="GABRIELLE VIEIRA MARCELINO" userId="d8b9c6a6-9b4c-4c97-bd94-edaa1e9577fa" providerId="ADAL" clId="{73794687-898D-476A-8EB3-ADE40D5BF760}" dt="2025-11-27T02:36:49.560" v="225" actId="21"/>
          <ac:picMkLst>
            <pc:docMk/>
            <pc:sldMk cId="996171562" sldId="272"/>
            <ac:picMk id="2" creationId="{3D9383C8-C066-21DA-62F2-1D65EE7E6852}"/>
          </ac:picMkLst>
        </pc:picChg>
        <pc:picChg chg="add del mod modCrop">
          <ac:chgData name="GABRIELLE VIEIRA MARCELINO" userId="d8b9c6a6-9b4c-4c97-bd94-edaa1e9577fa" providerId="ADAL" clId="{73794687-898D-476A-8EB3-ADE40D5BF760}" dt="2025-11-27T02:36:49.560" v="225" actId="21"/>
          <ac:picMkLst>
            <pc:docMk/>
            <pc:sldMk cId="996171562" sldId="272"/>
            <ac:picMk id="3" creationId="{DFEB77EB-8AAD-A79A-3418-C13446B83958}"/>
          </ac:picMkLst>
        </pc:picChg>
        <pc:picChg chg="del">
          <ac:chgData name="GABRIELLE VIEIRA MARCELINO" userId="d8b9c6a6-9b4c-4c97-bd94-edaa1e9577fa" providerId="ADAL" clId="{73794687-898D-476A-8EB3-ADE40D5BF760}" dt="2025-11-27T02:06:33.258" v="20" actId="478"/>
          <ac:picMkLst>
            <pc:docMk/>
            <pc:sldMk cId="996171562" sldId="272"/>
            <ac:picMk id="5" creationId="{DAB2922C-3237-26FA-19AD-0F950D5F66BD}"/>
          </ac:picMkLst>
        </pc:picChg>
        <pc:picChg chg="del">
          <ac:chgData name="GABRIELLE VIEIRA MARCELINO" userId="d8b9c6a6-9b4c-4c97-bd94-edaa1e9577fa" providerId="ADAL" clId="{73794687-898D-476A-8EB3-ADE40D5BF760}" dt="2025-11-27T02:06:33.591" v="21" actId="478"/>
          <ac:picMkLst>
            <pc:docMk/>
            <pc:sldMk cId="996171562" sldId="272"/>
            <ac:picMk id="6" creationId="{8F915391-2031-12D1-A10E-B0E71569E830}"/>
          </ac:picMkLst>
        </pc:picChg>
        <pc:cxnChg chg="add">
          <ac:chgData name="GABRIELLE VIEIRA MARCELINO" userId="d8b9c6a6-9b4c-4c97-bd94-edaa1e9577fa" providerId="ADAL" clId="{73794687-898D-476A-8EB3-ADE40D5BF760}" dt="2025-11-27T02:36:02.997" v="214" actId="26606"/>
          <ac:cxnSpMkLst>
            <pc:docMk/>
            <pc:sldMk cId="996171562" sldId="272"/>
            <ac:cxnSpMk id="35" creationId="{14AA3B5C-0C55-4FFF-9C45-8F9F7C074A4E}"/>
          </ac:cxnSpMkLst>
        </pc:cxnChg>
      </pc:sldChg>
      <pc:sldChg chg="addSp delSp modSp add mod modTransition setBg">
        <pc:chgData name="GABRIELLE VIEIRA MARCELINO" userId="d8b9c6a6-9b4c-4c97-bd94-edaa1e9577fa" providerId="ADAL" clId="{73794687-898D-476A-8EB3-ADE40D5BF760}" dt="2025-11-27T02:53:18.360" v="424"/>
        <pc:sldMkLst>
          <pc:docMk/>
          <pc:sldMk cId="2395255096" sldId="273"/>
        </pc:sldMkLst>
        <pc:spChg chg="del">
          <ac:chgData name="GABRIELLE VIEIRA MARCELINO" userId="d8b9c6a6-9b4c-4c97-bd94-edaa1e9577fa" providerId="ADAL" clId="{73794687-898D-476A-8EB3-ADE40D5BF760}" dt="2025-11-27T02:08:18.842" v="44" actId="478"/>
          <ac:spMkLst>
            <pc:docMk/>
            <pc:sldMk cId="2395255096" sldId="273"/>
            <ac:spMk id="2" creationId="{DA2D8CEC-3808-E5BE-38CB-09E29941A833}"/>
          </ac:spMkLst>
        </pc:spChg>
        <pc:spChg chg="add del mod">
          <ac:chgData name="GABRIELLE VIEIRA MARCELINO" userId="d8b9c6a6-9b4c-4c97-bd94-edaa1e9577fa" providerId="ADAL" clId="{73794687-898D-476A-8EB3-ADE40D5BF760}" dt="2025-11-27T02:08:21.834" v="45" actId="478"/>
          <ac:spMkLst>
            <pc:docMk/>
            <pc:sldMk cId="2395255096" sldId="273"/>
            <ac:spMk id="5" creationId="{12774852-3A2B-73E6-F5C6-1EA7FD30D7D7}"/>
          </ac:spMkLst>
        </pc:spChg>
        <pc:spChg chg="add mod">
          <ac:chgData name="GABRIELLE VIEIRA MARCELINO" userId="d8b9c6a6-9b4c-4c97-bd94-edaa1e9577fa" providerId="ADAL" clId="{73794687-898D-476A-8EB3-ADE40D5BF760}" dt="2025-11-27T02:48:12.252" v="376" actId="1076"/>
          <ac:spMkLst>
            <pc:docMk/>
            <pc:sldMk cId="2395255096" sldId="273"/>
            <ac:spMk id="6" creationId="{784ECF37-FF38-78FC-A209-E9E88A48A58C}"/>
          </ac:spMkLst>
        </pc:spChg>
        <pc:spChg chg="add">
          <ac:chgData name="GABRIELLE VIEIRA MARCELINO" userId="d8b9c6a6-9b4c-4c97-bd94-edaa1e9577fa" providerId="ADAL" clId="{73794687-898D-476A-8EB3-ADE40D5BF760}" dt="2025-11-27T02:08:28.174" v="48" actId="26606"/>
          <ac:spMkLst>
            <pc:docMk/>
            <pc:sldMk cId="2395255096" sldId="273"/>
            <ac:spMk id="21" creationId="{03E8462A-FEBA-4848-81CC-3F8DA3E477BE}"/>
          </ac:spMkLst>
        </pc:spChg>
        <pc:spChg chg="add">
          <ac:chgData name="GABRIELLE VIEIRA MARCELINO" userId="d8b9c6a6-9b4c-4c97-bd94-edaa1e9577fa" providerId="ADAL" clId="{73794687-898D-476A-8EB3-ADE40D5BF760}" dt="2025-11-27T02:08:28.174" v="48" actId="26606"/>
          <ac:spMkLst>
            <pc:docMk/>
            <pc:sldMk cId="2395255096" sldId="273"/>
            <ac:spMk id="34" creationId="{7941F9B1-B01B-4A84-89D9-B169AEB4E456}"/>
          </ac:spMkLst>
        </pc:spChg>
        <pc:grpChg chg="add">
          <ac:chgData name="GABRIELLE VIEIRA MARCELINO" userId="d8b9c6a6-9b4c-4c97-bd94-edaa1e9577fa" providerId="ADAL" clId="{73794687-898D-476A-8EB3-ADE40D5BF760}" dt="2025-11-27T02:08:28.174" v="48" actId="26606"/>
          <ac:grpSpMkLst>
            <pc:docMk/>
            <pc:sldMk cId="2395255096" sldId="273"/>
            <ac:grpSpMk id="9" creationId="{609316A9-990D-4EC3-A671-70EE5C1493A4}"/>
          </ac:grpSpMkLst>
        </pc:grpChg>
        <pc:grpChg chg="add">
          <ac:chgData name="GABRIELLE VIEIRA MARCELINO" userId="d8b9c6a6-9b4c-4c97-bd94-edaa1e9577fa" providerId="ADAL" clId="{73794687-898D-476A-8EB3-ADE40D5BF760}" dt="2025-11-27T02:08:28.174" v="48" actId="26606"/>
          <ac:grpSpMkLst>
            <pc:docMk/>
            <pc:sldMk cId="2395255096" sldId="273"/>
            <ac:grpSpMk id="23" creationId="{2109F83F-40FE-4DB3-84CC-09FB3340D06D}"/>
          </ac:grpSpMkLst>
        </pc:grpChg>
        <pc:picChg chg="mod">
          <ac:chgData name="GABRIELLE VIEIRA MARCELINO" userId="d8b9c6a6-9b4c-4c97-bd94-edaa1e9577fa" providerId="ADAL" clId="{73794687-898D-476A-8EB3-ADE40D5BF760}" dt="2025-11-27T02:09:30.054" v="67" actId="1076"/>
          <ac:picMkLst>
            <pc:docMk/>
            <pc:sldMk cId="2395255096" sldId="273"/>
            <ac:picMk id="4" creationId="{75F877F4-B3FD-B14D-420E-11A3C10A55B5}"/>
          </ac:picMkLst>
        </pc:picChg>
      </pc:sldChg>
      <pc:sldChg chg="addSp delSp modSp add mod modTransition">
        <pc:chgData name="GABRIELLE VIEIRA MARCELINO" userId="d8b9c6a6-9b4c-4c97-bd94-edaa1e9577fa" providerId="ADAL" clId="{73794687-898D-476A-8EB3-ADE40D5BF760}" dt="2025-11-27T02:53:18.360" v="424"/>
        <pc:sldMkLst>
          <pc:docMk/>
          <pc:sldMk cId="1909953639" sldId="274"/>
        </pc:sldMkLst>
        <pc:spChg chg="add del mod">
          <ac:chgData name="GABRIELLE VIEIRA MARCELINO" userId="d8b9c6a6-9b4c-4c97-bd94-edaa1e9577fa" providerId="ADAL" clId="{73794687-898D-476A-8EB3-ADE40D5BF760}" dt="2025-11-27T02:09:13.973" v="63" actId="478"/>
          <ac:spMkLst>
            <pc:docMk/>
            <pc:sldMk cId="1909953639" sldId="274"/>
            <ac:spMk id="3" creationId="{4FB1D9D9-4B09-7879-5C74-FF6E2DE680CD}"/>
          </ac:spMkLst>
        </pc:spChg>
        <pc:spChg chg="add del mod">
          <ac:chgData name="GABRIELLE VIEIRA MARCELINO" userId="d8b9c6a6-9b4c-4c97-bd94-edaa1e9577fa" providerId="ADAL" clId="{73794687-898D-476A-8EB3-ADE40D5BF760}" dt="2025-11-27T02:11:13.309" v="75" actId="478"/>
          <ac:spMkLst>
            <pc:docMk/>
            <pc:sldMk cId="1909953639" sldId="274"/>
            <ac:spMk id="7" creationId="{64D4605A-B292-44DD-A6E8-A97A92E3033B}"/>
          </ac:spMkLst>
        </pc:spChg>
        <pc:spChg chg="add mod">
          <ac:chgData name="GABRIELLE VIEIRA MARCELINO" userId="d8b9c6a6-9b4c-4c97-bd94-edaa1e9577fa" providerId="ADAL" clId="{73794687-898D-476A-8EB3-ADE40D5BF760}" dt="2025-11-27T02:48:18.404" v="378" actId="20577"/>
          <ac:spMkLst>
            <pc:docMk/>
            <pc:sldMk cId="1909953639" sldId="274"/>
            <ac:spMk id="8" creationId="{A448B59B-F708-0B44-7016-4D43385CBC6B}"/>
          </ac:spMkLst>
        </pc:spChg>
        <pc:picChg chg="del">
          <ac:chgData name="GABRIELLE VIEIRA MARCELINO" userId="d8b9c6a6-9b4c-4c97-bd94-edaa1e9577fa" providerId="ADAL" clId="{73794687-898D-476A-8EB3-ADE40D5BF760}" dt="2025-11-27T02:09:05.828" v="58" actId="478"/>
          <ac:picMkLst>
            <pc:docMk/>
            <pc:sldMk cId="1909953639" sldId="274"/>
            <ac:picMk id="4" creationId="{894EA62A-3AFE-77AD-6C5C-255604C0A58B}"/>
          </ac:picMkLst>
        </pc:picChg>
        <pc:picChg chg="add del mod">
          <ac:chgData name="GABRIELLE VIEIRA MARCELINO" userId="d8b9c6a6-9b4c-4c97-bd94-edaa1e9577fa" providerId="ADAL" clId="{73794687-898D-476A-8EB3-ADE40D5BF760}" dt="2025-11-27T02:09:56.666" v="71" actId="478"/>
          <ac:picMkLst>
            <pc:docMk/>
            <pc:sldMk cId="1909953639" sldId="274"/>
            <ac:picMk id="5" creationId="{9DFB301A-A2B7-DBF4-692F-8D993067DF0C}"/>
          </ac:picMkLst>
        </pc:picChg>
        <pc:picChg chg="add mod">
          <ac:chgData name="GABRIELLE VIEIRA MARCELINO" userId="d8b9c6a6-9b4c-4c97-bd94-edaa1e9577fa" providerId="ADAL" clId="{73794687-898D-476A-8EB3-ADE40D5BF760}" dt="2025-11-27T02:11:26.138" v="80" actId="1076"/>
          <ac:picMkLst>
            <pc:docMk/>
            <pc:sldMk cId="1909953639" sldId="274"/>
            <ac:picMk id="1026" creationId="{8EC138E4-569E-CE15-AD68-A4531563AECB}"/>
          </ac:picMkLst>
        </pc:picChg>
      </pc:sldChg>
      <pc:sldChg chg="addSp delSp modSp add del mod modTransition">
        <pc:chgData name="GABRIELLE VIEIRA MARCELINO" userId="d8b9c6a6-9b4c-4c97-bd94-edaa1e9577fa" providerId="ADAL" clId="{73794687-898D-476A-8EB3-ADE40D5BF760}" dt="2025-11-27T02:53:18.360" v="424"/>
        <pc:sldMkLst>
          <pc:docMk/>
          <pc:sldMk cId="813782421" sldId="275"/>
        </pc:sldMkLst>
        <pc:spChg chg="add del mod">
          <ac:chgData name="GABRIELLE VIEIRA MARCELINO" userId="d8b9c6a6-9b4c-4c97-bd94-edaa1e9577fa" providerId="ADAL" clId="{73794687-898D-476A-8EB3-ADE40D5BF760}" dt="2025-11-27T02:09:11.823" v="62" actId="478"/>
          <ac:spMkLst>
            <pc:docMk/>
            <pc:sldMk cId="813782421" sldId="275"/>
            <ac:spMk id="3" creationId="{E0EFC8A1-324E-AD7D-6EA8-A90CADB1F654}"/>
          </ac:spMkLst>
        </pc:spChg>
        <pc:spChg chg="add mod">
          <ac:chgData name="GABRIELLE VIEIRA MARCELINO" userId="d8b9c6a6-9b4c-4c97-bd94-edaa1e9577fa" providerId="ADAL" clId="{73794687-898D-476A-8EB3-ADE40D5BF760}" dt="2025-11-27T02:48:22.277" v="380" actId="20577"/>
          <ac:spMkLst>
            <pc:docMk/>
            <pc:sldMk cId="813782421" sldId="275"/>
            <ac:spMk id="5" creationId="{F6F048DE-25F3-7B9B-3EC6-2C021370E616}"/>
          </ac:spMkLst>
        </pc:spChg>
        <pc:picChg chg="del">
          <ac:chgData name="GABRIELLE VIEIRA MARCELINO" userId="d8b9c6a6-9b4c-4c97-bd94-edaa1e9577fa" providerId="ADAL" clId="{73794687-898D-476A-8EB3-ADE40D5BF760}" dt="2025-11-27T02:09:09.848" v="61" actId="478"/>
          <ac:picMkLst>
            <pc:docMk/>
            <pc:sldMk cId="813782421" sldId="275"/>
            <ac:picMk id="4" creationId="{AF7E74A0-7DD1-8AF3-7795-7103AD0A1714}"/>
          </ac:picMkLst>
        </pc:picChg>
        <pc:picChg chg="add mod">
          <ac:chgData name="GABRIELLE VIEIRA MARCELINO" userId="d8b9c6a6-9b4c-4c97-bd94-edaa1e9577fa" providerId="ADAL" clId="{73794687-898D-476A-8EB3-ADE40D5BF760}" dt="2025-11-27T02:12:02.821" v="86" actId="1076"/>
          <ac:picMkLst>
            <pc:docMk/>
            <pc:sldMk cId="813782421" sldId="275"/>
            <ac:picMk id="2050" creationId="{3A91A139-9D4A-C4B9-2C49-58E6CC4FF6DC}"/>
          </ac:picMkLst>
        </pc:picChg>
      </pc:sldChg>
      <pc:sldChg chg="addSp delSp modSp add mod modTransition">
        <pc:chgData name="GABRIELLE VIEIRA MARCELINO" userId="d8b9c6a6-9b4c-4c97-bd94-edaa1e9577fa" providerId="ADAL" clId="{73794687-898D-476A-8EB3-ADE40D5BF760}" dt="2025-11-27T02:53:18.360" v="424"/>
        <pc:sldMkLst>
          <pc:docMk/>
          <pc:sldMk cId="869866250" sldId="276"/>
        </pc:sldMkLst>
        <pc:spChg chg="add del mod">
          <ac:chgData name="GABRIELLE VIEIRA MARCELINO" userId="d8b9c6a6-9b4c-4c97-bd94-edaa1e9577fa" providerId="ADAL" clId="{73794687-898D-476A-8EB3-ADE40D5BF760}" dt="2025-11-27T02:12:08.632" v="87" actId="478"/>
          <ac:spMkLst>
            <pc:docMk/>
            <pc:sldMk cId="869866250" sldId="276"/>
            <ac:spMk id="3" creationId="{CC7CFC61-DCF0-80D4-E78E-CEA3C704C2CB}"/>
          </ac:spMkLst>
        </pc:spChg>
        <pc:spChg chg="add mod">
          <ac:chgData name="GABRIELLE VIEIRA MARCELINO" userId="d8b9c6a6-9b4c-4c97-bd94-edaa1e9577fa" providerId="ADAL" clId="{73794687-898D-476A-8EB3-ADE40D5BF760}" dt="2025-11-27T02:48:26.122" v="382" actId="20577"/>
          <ac:spMkLst>
            <pc:docMk/>
            <pc:sldMk cId="869866250" sldId="276"/>
            <ac:spMk id="5" creationId="{FC972727-5E6A-CB5F-0F97-191CDE350AF4}"/>
          </ac:spMkLst>
        </pc:spChg>
        <pc:picChg chg="del">
          <ac:chgData name="GABRIELLE VIEIRA MARCELINO" userId="d8b9c6a6-9b4c-4c97-bd94-edaa1e9577fa" providerId="ADAL" clId="{73794687-898D-476A-8EB3-ADE40D5BF760}" dt="2025-11-27T02:09:16.762" v="64" actId="478"/>
          <ac:picMkLst>
            <pc:docMk/>
            <pc:sldMk cId="869866250" sldId="276"/>
            <ac:picMk id="4" creationId="{C708A1A7-DCB1-E08E-2F9C-6DEEBFDD8545}"/>
          </ac:picMkLst>
        </pc:picChg>
        <pc:picChg chg="add mod">
          <ac:chgData name="GABRIELLE VIEIRA MARCELINO" userId="d8b9c6a6-9b4c-4c97-bd94-edaa1e9577fa" providerId="ADAL" clId="{73794687-898D-476A-8EB3-ADE40D5BF760}" dt="2025-11-27T02:12:46.310" v="95" actId="14100"/>
          <ac:picMkLst>
            <pc:docMk/>
            <pc:sldMk cId="869866250" sldId="276"/>
            <ac:picMk id="3074" creationId="{0939D678-4E3C-C10B-78C7-16A6919B11F6}"/>
          </ac:picMkLst>
        </pc:picChg>
      </pc:sldChg>
      <pc:sldChg chg="addSp delSp modSp add mod modTransition">
        <pc:chgData name="GABRIELLE VIEIRA MARCELINO" userId="d8b9c6a6-9b4c-4c97-bd94-edaa1e9577fa" providerId="ADAL" clId="{73794687-898D-476A-8EB3-ADE40D5BF760}" dt="2025-11-27T02:53:18.360" v="424"/>
        <pc:sldMkLst>
          <pc:docMk/>
          <pc:sldMk cId="2907860442" sldId="277"/>
        </pc:sldMkLst>
        <pc:spChg chg="add mod">
          <ac:chgData name="GABRIELLE VIEIRA MARCELINO" userId="d8b9c6a6-9b4c-4c97-bd94-edaa1e9577fa" providerId="ADAL" clId="{73794687-898D-476A-8EB3-ADE40D5BF760}" dt="2025-11-27T02:48:29.268" v="384" actId="20577"/>
          <ac:spMkLst>
            <pc:docMk/>
            <pc:sldMk cId="2907860442" sldId="277"/>
            <ac:spMk id="2" creationId="{89C88B29-2F7F-6E01-8FE8-C9E82A07DD8E}"/>
          </ac:spMkLst>
        </pc:spChg>
        <pc:spChg chg="del">
          <ac:chgData name="GABRIELLE VIEIRA MARCELINO" userId="d8b9c6a6-9b4c-4c97-bd94-edaa1e9577fa" providerId="ADAL" clId="{73794687-898D-476A-8EB3-ADE40D5BF760}" dt="2025-11-27T02:13:02.554" v="96" actId="478"/>
          <ac:spMkLst>
            <pc:docMk/>
            <pc:sldMk cId="2907860442" sldId="277"/>
            <ac:spMk id="3" creationId="{228DE4AF-117A-80DC-8FAF-C0D9D337E162}"/>
          </ac:spMkLst>
        </pc:spChg>
        <pc:picChg chg="add mod">
          <ac:chgData name="GABRIELLE VIEIRA MARCELINO" userId="d8b9c6a6-9b4c-4c97-bd94-edaa1e9577fa" providerId="ADAL" clId="{73794687-898D-476A-8EB3-ADE40D5BF760}" dt="2025-11-27T02:13:13.649" v="101" actId="1076"/>
          <ac:picMkLst>
            <pc:docMk/>
            <pc:sldMk cId="2907860442" sldId="277"/>
            <ac:picMk id="4098" creationId="{6A1DEA7C-E61D-19AC-2864-51AC9360F7DF}"/>
          </ac:picMkLst>
        </pc:picChg>
      </pc:sldChg>
      <pc:sldChg chg="addSp delSp modSp add mod modTransition">
        <pc:chgData name="GABRIELLE VIEIRA MARCELINO" userId="d8b9c6a6-9b4c-4c97-bd94-edaa1e9577fa" providerId="ADAL" clId="{73794687-898D-476A-8EB3-ADE40D5BF760}" dt="2025-11-27T02:53:18.360" v="424"/>
        <pc:sldMkLst>
          <pc:docMk/>
          <pc:sldMk cId="2711715320" sldId="278"/>
        </pc:sldMkLst>
        <pc:spChg chg="del">
          <ac:chgData name="GABRIELLE VIEIRA MARCELINO" userId="d8b9c6a6-9b4c-4c97-bd94-edaa1e9577fa" providerId="ADAL" clId="{73794687-898D-476A-8EB3-ADE40D5BF760}" dt="2025-11-27T02:24:53.294" v="124" actId="478"/>
          <ac:spMkLst>
            <pc:docMk/>
            <pc:sldMk cId="2711715320" sldId="278"/>
            <ac:spMk id="2" creationId="{41289FF2-19F8-7BB3-DD23-F10425E44F29}"/>
          </ac:spMkLst>
        </pc:spChg>
        <pc:spChg chg="add del mod">
          <ac:chgData name="GABRIELLE VIEIRA MARCELINO" userId="d8b9c6a6-9b4c-4c97-bd94-edaa1e9577fa" providerId="ADAL" clId="{73794687-898D-476A-8EB3-ADE40D5BF760}" dt="2025-11-27T02:24:55.725" v="125" actId="478"/>
          <ac:spMkLst>
            <pc:docMk/>
            <pc:sldMk cId="2711715320" sldId="278"/>
            <ac:spMk id="4" creationId="{5109273D-B523-B309-E6FB-6701C8937B57}"/>
          </ac:spMkLst>
        </pc:spChg>
        <pc:spChg chg="add">
          <ac:chgData name="GABRIELLE VIEIRA MARCELINO" userId="d8b9c6a6-9b4c-4c97-bd94-edaa1e9577fa" providerId="ADAL" clId="{73794687-898D-476A-8EB3-ADE40D5BF760}" dt="2025-11-27T02:44:46.290" v="300" actId="26606"/>
          <ac:spMkLst>
            <pc:docMk/>
            <pc:sldMk cId="2711715320" sldId="278"/>
            <ac:spMk id="22" creationId="{03E8462A-FEBA-4848-81CC-3F8DA3E477BE}"/>
          </ac:spMkLst>
        </pc:spChg>
        <pc:spChg chg="add">
          <ac:chgData name="GABRIELLE VIEIRA MARCELINO" userId="d8b9c6a6-9b4c-4c97-bd94-edaa1e9577fa" providerId="ADAL" clId="{73794687-898D-476A-8EB3-ADE40D5BF760}" dt="2025-11-27T02:44:46.290" v="300" actId="26606"/>
          <ac:spMkLst>
            <pc:docMk/>
            <pc:sldMk cId="2711715320" sldId="278"/>
            <ac:spMk id="35" creationId="{7941F9B1-B01B-4A84-89D9-B169AEB4E456}"/>
          </ac:spMkLst>
        </pc:spChg>
        <pc:spChg chg="add del">
          <ac:chgData name="GABRIELLE VIEIRA MARCELINO" userId="d8b9c6a6-9b4c-4c97-bd94-edaa1e9577fa" providerId="ADAL" clId="{73794687-898D-476A-8EB3-ADE40D5BF760}" dt="2025-11-27T02:44:33.520" v="293" actId="26606"/>
          <ac:spMkLst>
            <pc:docMk/>
            <pc:sldMk cId="2711715320" sldId="278"/>
            <ac:spMk id="36" creationId="{03E8462A-FEBA-4848-81CC-3F8DA3E477BE}"/>
          </ac:spMkLst>
        </pc:spChg>
        <pc:spChg chg="add del">
          <ac:chgData name="GABRIELLE VIEIRA MARCELINO" userId="d8b9c6a6-9b4c-4c97-bd94-edaa1e9577fa" providerId="ADAL" clId="{73794687-898D-476A-8EB3-ADE40D5BF760}" dt="2025-11-27T02:44:33.520" v="293" actId="26606"/>
          <ac:spMkLst>
            <pc:docMk/>
            <pc:sldMk cId="2711715320" sldId="278"/>
            <ac:spMk id="49" creationId="{7941F9B1-B01B-4A84-89D9-B169AEB4E456}"/>
          </ac:spMkLst>
        </pc:spChg>
        <pc:spChg chg="add del">
          <ac:chgData name="GABRIELLE VIEIRA MARCELINO" userId="d8b9c6a6-9b4c-4c97-bd94-edaa1e9577fa" providerId="ADAL" clId="{73794687-898D-476A-8EB3-ADE40D5BF760}" dt="2025-11-27T02:44:42.716" v="299" actId="26606"/>
          <ac:spMkLst>
            <pc:docMk/>
            <pc:sldMk cId="2711715320" sldId="278"/>
            <ac:spMk id="60" creationId="{03E8462A-FEBA-4848-81CC-3F8DA3E477BE}"/>
          </ac:spMkLst>
        </pc:spChg>
        <pc:spChg chg="add del">
          <ac:chgData name="GABRIELLE VIEIRA MARCELINO" userId="d8b9c6a6-9b4c-4c97-bd94-edaa1e9577fa" providerId="ADAL" clId="{73794687-898D-476A-8EB3-ADE40D5BF760}" dt="2025-11-27T02:44:42.716" v="299" actId="26606"/>
          <ac:spMkLst>
            <pc:docMk/>
            <pc:sldMk cId="2711715320" sldId="278"/>
            <ac:spMk id="70" creationId="{7941F9B1-B01B-4A84-89D9-B169AEB4E456}"/>
          </ac:spMkLst>
        </pc:spChg>
        <pc:grpChg chg="add del">
          <ac:chgData name="GABRIELLE VIEIRA MARCELINO" userId="d8b9c6a6-9b4c-4c97-bd94-edaa1e9577fa" providerId="ADAL" clId="{73794687-898D-476A-8EB3-ADE40D5BF760}" dt="2025-11-27T02:44:46.290" v="300" actId="26606"/>
          <ac:grpSpMkLst>
            <pc:docMk/>
            <pc:sldMk cId="2711715320" sldId="278"/>
            <ac:grpSpMk id="9" creationId="{29AB8AAC-C120-8082-B072-8E7E997CD43E}"/>
          </ac:grpSpMkLst>
        </pc:grpChg>
        <pc:grpChg chg="add">
          <ac:chgData name="GABRIELLE VIEIRA MARCELINO" userId="d8b9c6a6-9b4c-4c97-bd94-edaa1e9577fa" providerId="ADAL" clId="{73794687-898D-476A-8EB3-ADE40D5BF760}" dt="2025-11-27T02:44:46.290" v="300" actId="26606"/>
          <ac:grpSpMkLst>
            <pc:docMk/>
            <pc:sldMk cId="2711715320" sldId="278"/>
            <ac:grpSpMk id="21" creationId="{609316A9-990D-4EC3-A671-70EE5C1493A4}"/>
          </ac:grpSpMkLst>
        </pc:grpChg>
        <pc:grpChg chg="add">
          <ac:chgData name="GABRIELLE VIEIRA MARCELINO" userId="d8b9c6a6-9b4c-4c97-bd94-edaa1e9577fa" providerId="ADAL" clId="{73794687-898D-476A-8EB3-ADE40D5BF760}" dt="2025-11-27T02:44:46.290" v="300" actId="26606"/>
          <ac:grpSpMkLst>
            <pc:docMk/>
            <pc:sldMk cId="2711715320" sldId="278"/>
            <ac:grpSpMk id="23" creationId="{2109F83F-40FE-4DB3-84CC-09FB3340D06D}"/>
          </ac:grpSpMkLst>
        </pc:grpChg>
        <pc:grpChg chg="add del">
          <ac:chgData name="GABRIELLE VIEIRA MARCELINO" userId="d8b9c6a6-9b4c-4c97-bd94-edaa1e9577fa" providerId="ADAL" clId="{73794687-898D-476A-8EB3-ADE40D5BF760}" dt="2025-11-27T02:44:33.520" v="293" actId="26606"/>
          <ac:grpSpMkLst>
            <pc:docMk/>
            <pc:sldMk cId="2711715320" sldId="278"/>
            <ac:grpSpMk id="24" creationId="{609316A9-990D-4EC3-A671-70EE5C1493A4}"/>
          </ac:grpSpMkLst>
        </pc:grpChg>
        <pc:grpChg chg="add del">
          <ac:chgData name="GABRIELLE VIEIRA MARCELINO" userId="d8b9c6a6-9b4c-4c97-bd94-edaa1e9577fa" providerId="ADAL" clId="{73794687-898D-476A-8EB3-ADE40D5BF760}" dt="2025-11-27T02:44:33.520" v="293" actId="26606"/>
          <ac:grpSpMkLst>
            <pc:docMk/>
            <pc:sldMk cId="2711715320" sldId="278"/>
            <ac:grpSpMk id="38" creationId="{2109F83F-40FE-4DB3-84CC-09FB3340D06D}"/>
          </ac:grpSpMkLst>
        </pc:grpChg>
        <pc:grpChg chg="add del">
          <ac:chgData name="GABRIELLE VIEIRA MARCELINO" userId="d8b9c6a6-9b4c-4c97-bd94-edaa1e9577fa" providerId="ADAL" clId="{73794687-898D-476A-8EB3-ADE40D5BF760}" dt="2025-11-27T02:44:42.716" v="299" actId="26606"/>
          <ac:grpSpMkLst>
            <pc:docMk/>
            <pc:sldMk cId="2711715320" sldId="278"/>
            <ac:grpSpMk id="51" creationId="{609316A9-990D-4EC3-A671-70EE5C1493A4}"/>
          </ac:grpSpMkLst>
        </pc:grpChg>
        <pc:grpChg chg="add del">
          <ac:chgData name="GABRIELLE VIEIRA MARCELINO" userId="d8b9c6a6-9b4c-4c97-bd94-edaa1e9577fa" providerId="ADAL" clId="{73794687-898D-476A-8EB3-ADE40D5BF760}" dt="2025-11-27T02:44:42.716" v="299" actId="26606"/>
          <ac:grpSpMkLst>
            <pc:docMk/>
            <pc:sldMk cId="2711715320" sldId="278"/>
            <ac:grpSpMk id="61" creationId="{2109F83F-40FE-4DB3-84CC-09FB3340D06D}"/>
          </ac:grpSpMkLst>
        </pc:grpChg>
        <pc:picChg chg="mod">
          <ac:chgData name="GABRIELLE VIEIRA MARCELINO" userId="d8b9c6a6-9b4c-4c97-bd94-edaa1e9577fa" providerId="ADAL" clId="{73794687-898D-476A-8EB3-ADE40D5BF760}" dt="2025-11-27T02:44:52.156" v="302" actId="1076"/>
          <ac:picMkLst>
            <pc:docMk/>
            <pc:sldMk cId="2711715320" sldId="278"/>
            <ac:picMk id="7" creationId="{2020AE75-A2B9-E33F-B9CF-5DF8F6AC8CDA}"/>
          </ac:picMkLst>
        </pc:picChg>
      </pc:sldChg>
      <pc:sldChg chg="addSp delSp modSp add mod modTransition setBg">
        <pc:chgData name="GABRIELLE VIEIRA MARCELINO" userId="d8b9c6a6-9b4c-4c97-bd94-edaa1e9577fa" providerId="ADAL" clId="{73794687-898D-476A-8EB3-ADE40D5BF760}" dt="2025-11-27T02:53:18.360" v="424"/>
        <pc:sldMkLst>
          <pc:docMk/>
          <pc:sldMk cId="1411236763" sldId="279"/>
        </pc:sldMkLst>
        <pc:spChg chg="add del">
          <ac:chgData name="GABRIELLE VIEIRA MARCELINO" userId="d8b9c6a6-9b4c-4c97-bd94-edaa1e9577fa" providerId="ADAL" clId="{73794687-898D-476A-8EB3-ADE40D5BF760}" dt="2025-11-27T02:31:49.987" v="171" actId="478"/>
          <ac:spMkLst>
            <pc:docMk/>
            <pc:sldMk cId="1411236763" sldId="279"/>
            <ac:spMk id="2" creationId="{3967BDC8-7614-C7A4-98B8-5FFA9474F2F7}"/>
          </ac:spMkLst>
        </pc:spChg>
        <pc:spChg chg="add del mod">
          <ac:chgData name="GABRIELLE VIEIRA MARCELINO" userId="d8b9c6a6-9b4c-4c97-bd94-edaa1e9577fa" providerId="ADAL" clId="{73794687-898D-476A-8EB3-ADE40D5BF760}" dt="2025-11-27T02:30:52.348" v="164" actId="478"/>
          <ac:spMkLst>
            <pc:docMk/>
            <pc:sldMk cId="1411236763" sldId="279"/>
            <ac:spMk id="5" creationId="{84D7280E-4609-83CB-F771-3E883F825AD1}"/>
          </ac:spMkLst>
        </pc:spChg>
        <pc:spChg chg="add del mod">
          <ac:chgData name="GABRIELLE VIEIRA MARCELINO" userId="d8b9c6a6-9b4c-4c97-bd94-edaa1e9577fa" providerId="ADAL" clId="{73794687-898D-476A-8EB3-ADE40D5BF760}" dt="2025-11-27T02:30:50.540" v="161" actId="478"/>
          <ac:spMkLst>
            <pc:docMk/>
            <pc:sldMk cId="1411236763" sldId="279"/>
            <ac:spMk id="7" creationId="{D6A6A346-698F-CF48-CDCE-3D3F058180F2}"/>
          </ac:spMkLst>
        </pc:spChg>
        <pc:spChg chg="add del mod">
          <ac:chgData name="GABRIELLE VIEIRA MARCELINO" userId="d8b9c6a6-9b4c-4c97-bd94-edaa1e9577fa" providerId="ADAL" clId="{73794687-898D-476A-8EB3-ADE40D5BF760}" dt="2025-11-27T02:31:54.749" v="172" actId="478"/>
          <ac:spMkLst>
            <pc:docMk/>
            <pc:sldMk cId="1411236763" sldId="279"/>
            <ac:spMk id="9" creationId="{1DE7473F-AA09-931B-8CC5-734D8637BB81}"/>
          </ac:spMkLst>
        </pc:spChg>
        <pc:spChg chg="add del mod">
          <ac:chgData name="GABRIELLE VIEIRA MARCELINO" userId="d8b9c6a6-9b4c-4c97-bd94-edaa1e9577fa" providerId="ADAL" clId="{73794687-898D-476A-8EB3-ADE40D5BF760}" dt="2025-11-27T02:31:55.625" v="173" actId="478"/>
          <ac:spMkLst>
            <pc:docMk/>
            <pc:sldMk cId="1411236763" sldId="279"/>
            <ac:spMk id="11" creationId="{6615F067-76EA-057D-541E-5A8E5F5DA0D1}"/>
          </ac:spMkLst>
        </pc:spChg>
        <pc:spChg chg="add mod">
          <ac:chgData name="GABRIELLE VIEIRA MARCELINO" userId="d8b9c6a6-9b4c-4c97-bd94-edaa1e9577fa" providerId="ADAL" clId="{73794687-898D-476A-8EB3-ADE40D5BF760}" dt="2025-11-27T02:46:33.316" v="344" actId="207"/>
          <ac:spMkLst>
            <pc:docMk/>
            <pc:sldMk cId="1411236763" sldId="279"/>
            <ac:spMk id="12" creationId="{DD4066C6-639C-DC1B-728B-E2CC66F00D9B}"/>
          </ac:spMkLst>
        </pc:spChg>
        <pc:spChg chg="add">
          <ac:chgData name="GABRIELLE VIEIRA MARCELINO" userId="d8b9c6a6-9b4c-4c97-bd94-edaa1e9577fa" providerId="ADAL" clId="{73794687-898D-476A-8EB3-ADE40D5BF760}" dt="2025-11-27T02:32:32.318" v="182" actId="26606"/>
          <ac:spMkLst>
            <pc:docMk/>
            <pc:sldMk cId="1411236763" sldId="279"/>
            <ac:spMk id="6163" creationId="{03E8462A-FEBA-4848-81CC-3F8DA3E477BE}"/>
          </ac:spMkLst>
        </pc:spChg>
        <pc:spChg chg="add">
          <ac:chgData name="GABRIELLE VIEIRA MARCELINO" userId="d8b9c6a6-9b4c-4c97-bd94-edaa1e9577fa" providerId="ADAL" clId="{73794687-898D-476A-8EB3-ADE40D5BF760}" dt="2025-11-27T02:32:32.318" v="182" actId="26606"/>
          <ac:spMkLst>
            <pc:docMk/>
            <pc:sldMk cId="1411236763" sldId="279"/>
            <ac:spMk id="6176" creationId="{7941F9B1-B01B-4A84-89D9-B169AEB4E456}"/>
          </ac:spMkLst>
        </pc:spChg>
        <pc:grpChg chg="add">
          <ac:chgData name="GABRIELLE VIEIRA MARCELINO" userId="d8b9c6a6-9b4c-4c97-bd94-edaa1e9577fa" providerId="ADAL" clId="{73794687-898D-476A-8EB3-ADE40D5BF760}" dt="2025-11-27T02:32:32.318" v="182" actId="26606"/>
          <ac:grpSpMkLst>
            <pc:docMk/>
            <pc:sldMk cId="1411236763" sldId="279"/>
            <ac:grpSpMk id="6151" creationId="{609316A9-990D-4EC3-A671-70EE5C1493A4}"/>
          </ac:grpSpMkLst>
        </pc:grpChg>
        <pc:grpChg chg="add">
          <ac:chgData name="GABRIELLE VIEIRA MARCELINO" userId="d8b9c6a6-9b4c-4c97-bd94-edaa1e9577fa" providerId="ADAL" clId="{73794687-898D-476A-8EB3-ADE40D5BF760}" dt="2025-11-27T02:32:32.318" v="182" actId="26606"/>
          <ac:grpSpMkLst>
            <pc:docMk/>
            <pc:sldMk cId="1411236763" sldId="279"/>
            <ac:grpSpMk id="6165" creationId="{2109F83F-40FE-4DB3-84CC-09FB3340D06D}"/>
          </ac:grpSpMkLst>
        </pc:grpChg>
        <pc:picChg chg="add del mod">
          <ac:chgData name="GABRIELLE VIEIRA MARCELINO" userId="d8b9c6a6-9b4c-4c97-bd94-edaa1e9577fa" providerId="ADAL" clId="{73794687-898D-476A-8EB3-ADE40D5BF760}" dt="2025-11-27T02:31:44.929" v="170" actId="478"/>
          <ac:picMkLst>
            <pc:docMk/>
            <pc:sldMk cId="1411236763" sldId="279"/>
            <ac:picMk id="4" creationId="{A713586A-798A-A7A8-095D-EF9E0929A65E}"/>
          </ac:picMkLst>
        </pc:picChg>
        <pc:picChg chg="add mod">
          <ac:chgData name="GABRIELLE VIEIRA MARCELINO" userId="d8b9c6a6-9b4c-4c97-bd94-edaa1e9577fa" providerId="ADAL" clId="{73794687-898D-476A-8EB3-ADE40D5BF760}" dt="2025-11-27T02:46:28.026" v="342" actId="1076"/>
          <ac:picMkLst>
            <pc:docMk/>
            <pc:sldMk cId="1411236763" sldId="279"/>
            <ac:picMk id="6146" creationId="{912035D3-8568-6BF7-52E4-4187134F7D1A}"/>
          </ac:picMkLst>
        </pc:picChg>
      </pc:sldChg>
      <pc:sldChg chg="modSp add modTransition">
        <pc:chgData name="GABRIELLE VIEIRA MARCELINO" userId="d8b9c6a6-9b4c-4c97-bd94-edaa1e9577fa" providerId="ADAL" clId="{73794687-898D-476A-8EB3-ADE40D5BF760}" dt="2025-11-27T02:53:18.360" v="424"/>
        <pc:sldMkLst>
          <pc:docMk/>
          <pc:sldMk cId="3247942278" sldId="280"/>
        </pc:sldMkLst>
        <pc:picChg chg="mod">
          <ac:chgData name="GABRIELLE VIEIRA MARCELINO" userId="d8b9c6a6-9b4c-4c97-bd94-edaa1e9577fa" providerId="ADAL" clId="{73794687-898D-476A-8EB3-ADE40D5BF760}" dt="2025-11-27T02:34:04.488" v="203" actId="1076"/>
          <ac:picMkLst>
            <pc:docMk/>
            <pc:sldMk cId="3247942278" sldId="280"/>
            <ac:picMk id="6146" creationId="{CB42A107-C994-E76D-79F8-463B8E111E4E}"/>
          </ac:picMkLst>
        </pc:picChg>
      </pc:sldChg>
      <pc:sldChg chg="addSp delSp modSp add mod modTransition">
        <pc:chgData name="GABRIELLE VIEIRA MARCELINO" userId="d8b9c6a6-9b4c-4c97-bd94-edaa1e9577fa" providerId="ADAL" clId="{73794687-898D-476A-8EB3-ADE40D5BF760}" dt="2025-11-27T02:53:18.360" v="424"/>
        <pc:sldMkLst>
          <pc:docMk/>
          <pc:sldMk cId="1743992171" sldId="281"/>
        </pc:sldMkLst>
        <pc:spChg chg="add del mod">
          <ac:chgData name="GABRIELLE VIEIRA MARCELINO" userId="d8b9c6a6-9b4c-4c97-bd94-edaa1e9577fa" providerId="ADAL" clId="{73794687-898D-476A-8EB3-ADE40D5BF760}" dt="2025-11-27T02:46:54.455" v="353" actId="21"/>
          <ac:spMkLst>
            <pc:docMk/>
            <pc:sldMk cId="1743992171" sldId="281"/>
            <ac:spMk id="4" creationId="{DA4F83DF-A887-C05B-A8A1-8122E1A6CC50}"/>
          </ac:spMkLst>
        </pc:spChg>
        <pc:picChg chg="add mod">
          <ac:chgData name="GABRIELLE VIEIRA MARCELINO" userId="d8b9c6a6-9b4c-4c97-bd94-edaa1e9577fa" providerId="ADAL" clId="{73794687-898D-476A-8EB3-ADE40D5BF760}" dt="2025-11-27T02:36:51.198" v="226"/>
          <ac:picMkLst>
            <pc:docMk/>
            <pc:sldMk cId="1743992171" sldId="281"/>
            <ac:picMk id="2" creationId="{3D9383C8-C066-21DA-62F2-1D65EE7E6852}"/>
          </ac:picMkLst>
        </pc:picChg>
        <pc:picChg chg="add mod">
          <ac:chgData name="GABRIELLE VIEIRA MARCELINO" userId="d8b9c6a6-9b4c-4c97-bd94-edaa1e9577fa" providerId="ADAL" clId="{73794687-898D-476A-8EB3-ADE40D5BF760}" dt="2025-11-27T02:36:51.198" v="226"/>
          <ac:picMkLst>
            <pc:docMk/>
            <pc:sldMk cId="1743992171" sldId="281"/>
            <ac:picMk id="3" creationId="{DFEB77EB-8AAD-A79A-3418-C13446B83958}"/>
          </ac:picMkLst>
        </pc:picChg>
        <pc:picChg chg="del">
          <ac:chgData name="GABRIELLE VIEIRA MARCELINO" userId="d8b9c6a6-9b4c-4c97-bd94-edaa1e9577fa" providerId="ADAL" clId="{73794687-898D-476A-8EB3-ADE40D5BF760}" dt="2025-11-27T02:36:38.195" v="222" actId="478"/>
          <ac:picMkLst>
            <pc:docMk/>
            <pc:sldMk cId="1743992171" sldId="281"/>
            <ac:picMk id="6146" creationId="{6A9C84AF-C958-241A-03C9-3D06F57E3E18}"/>
          </ac:picMkLst>
        </pc:picChg>
      </pc:sldChg>
      <pc:sldChg chg="addSp delSp modSp add modTransition">
        <pc:chgData name="GABRIELLE VIEIRA MARCELINO" userId="d8b9c6a6-9b4c-4c97-bd94-edaa1e9577fa" providerId="ADAL" clId="{73794687-898D-476A-8EB3-ADE40D5BF760}" dt="2025-11-27T02:53:18.360" v="424"/>
        <pc:sldMkLst>
          <pc:docMk/>
          <pc:sldMk cId="2747821532" sldId="282"/>
        </pc:sldMkLst>
        <pc:spChg chg="add mod">
          <ac:chgData name="GABRIELLE VIEIRA MARCELINO" userId="d8b9c6a6-9b4c-4c97-bd94-edaa1e9577fa" providerId="ADAL" clId="{73794687-898D-476A-8EB3-ADE40D5BF760}" dt="2025-11-27T02:46:55.480" v="354"/>
          <ac:spMkLst>
            <pc:docMk/>
            <pc:sldMk cId="2747821532" sldId="282"/>
            <ac:spMk id="4" creationId="{DA4F83DF-A887-C05B-A8A1-8122E1A6CC50}"/>
          </ac:spMkLst>
        </pc:spChg>
        <pc:picChg chg="add mod">
          <ac:chgData name="GABRIELLE VIEIRA MARCELINO" userId="d8b9c6a6-9b4c-4c97-bd94-edaa1e9577fa" providerId="ADAL" clId="{73794687-898D-476A-8EB3-ADE40D5BF760}" dt="2025-11-27T02:36:46.291" v="224"/>
          <ac:picMkLst>
            <pc:docMk/>
            <pc:sldMk cId="2747821532" sldId="282"/>
            <ac:picMk id="5" creationId="{7A8F15E1-FB99-E99A-27BD-5B4642D0919B}"/>
          </ac:picMkLst>
        </pc:picChg>
        <pc:picChg chg="add mod">
          <ac:chgData name="GABRIELLE VIEIRA MARCELINO" userId="d8b9c6a6-9b4c-4c97-bd94-edaa1e9577fa" providerId="ADAL" clId="{73794687-898D-476A-8EB3-ADE40D5BF760}" dt="2025-11-27T02:36:46.291" v="224"/>
          <ac:picMkLst>
            <pc:docMk/>
            <pc:sldMk cId="2747821532" sldId="282"/>
            <ac:picMk id="6" creationId="{680E7661-2236-EE39-77A6-D90CE6454580}"/>
          </ac:picMkLst>
        </pc:picChg>
        <pc:picChg chg="del">
          <ac:chgData name="GABRIELLE VIEIRA MARCELINO" userId="d8b9c6a6-9b4c-4c97-bd94-edaa1e9577fa" providerId="ADAL" clId="{73794687-898D-476A-8EB3-ADE40D5BF760}" dt="2025-11-27T02:36:34.098" v="221" actId="478"/>
          <ac:picMkLst>
            <pc:docMk/>
            <pc:sldMk cId="2747821532" sldId="282"/>
            <ac:picMk id="6146" creationId="{453ADFB5-5E86-646F-6656-ABCF947675E3}"/>
          </ac:picMkLst>
        </pc:picChg>
      </pc:sldChg>
      <pc:sldChg chg="addSp delSp modSp add mod ord modTransition">
        <pc:chgData name="GABRIELLE VIEIRA MARCELINO" userId="d8b9c6a6-9b4c-4c97-bd94-edaa1e9577fa" providerId="ADAL" clId="{73794687-898D-476A-8EB3-ADE40D5BF760}" dt="2025-11-27T02:53:18.360" v="424"/>
        <pc:sldMkLst>
          <pc:docMk/>
          <pc:sldMk cId="2214376703" sldId="283"/>
        </pc:sldMkLst>
        <pc:spChg chg="add del mod">
          <ac:chgData name="GABRIELLE VIEIRA MARCELINO" userId="d8b9c6a6-9b4c-4c97-bd94-edaa1e9577fa" providerId="ADAL" clId="{73794687-898D-476A-8EB3-ADE40D5BF760}" dt="2025-11-27T02:37:36.277" v="240" actId="478"/>
          <ac:spMkLst>
            <pc:docMk/>
            <pc:sldMk cId="2214376703" sldId="283"/>
            <ac:spMk id="3" creationId="{8FE10876-0425-59F0-1D2F-E4664CE950E9}"/>
          </ac:spMkLst>
        </pc:spChg>
        <pc:picChg chg="del">
          <ac:chgData name="GABRIELLE VIEIRA MARCELINO" userId="d8b9c6a6-9b4c-4c97-bd94-edaa1e9577fa" providerId="ADAL" clId="{73794687-898D-476A-8EB3-ADE40D5BF760}" dt="2025-11-27T02:37:33.172" v="238" actId="478"/>
          <ac:picMkLst>
            <pc:docMk/>
            <pc:sldMk cId="2214376703" sldId="283"/>
            <ac:picMk id="4" creationId="{07B82133-F1CF-8202-F120-2A26E3D3644F}"/>
          </ac:picMkLst>
        </pc:picChg>
        <pc:picChg chg="add mod">
          <ac:chgData name="GABRIELLE VIEIRA MARCELINO" userId="d8b9c6a6-9b4c-4c97-bd94-edaa1e9577fa" providerId="ADAL" clId="{73794687-898D-476A-8EB3-ADE40D5BF760}" dt="2025-11-27T02:38:07.702" v="247" actId="1076"/>
          <ac:picMkLst>
            <pc:docMk/>
            <pc:sldMk cId="2214376703" sldId="283"/>
            <ac:picMk id="8194" creationId="{F6F4A169-CB6D-E96E-671D-42EFB22B0D0D}"/>
          </ac:picMkLst>
        </pc:picChg>
      </pc:sldChg>
      <pc:sldChg chg="modSp add modTransition">
        <pc:chgData name="GABRIELLE VIEIRA MARCELINO" userId="d8b9c6a6-9b4c-4c97-bd94-edaa1e9577fa" providerId="ADAL" clId="{73794687-898D-476A-8EB3-ADE40D5BF760}" dt="2025-11-27T02:53:18.360" v="424"/>
        <pc:sldMkLst>
          <pc:docMk/>
          <pc:sldMk cId="2943202841" sldId="284"/>
        </pc:sldMkLst>
        <pc:picChg chg="mod">
          <ac:chgData name="GABRIELLE VIEIRA MARCELINO" userId="d8b9c6a6-9b4c-4c97-bd94-edaa1e9577fa" providerId="ADAL" clId="{73794687-898D-476A-8EB3-ADE40D5BF760}" dt="2025-11-27T02:38:30.060" v="253" actId="18131"/>
          <ac:picMkLst>
            <pc:docMk/>
            <pc:sldMk cId="2943202841" sldId="284"/>
            <ac:picMk id="8194" creationId="{9B87C101-9122-4BA1-10D8-76F3D3D33EDA}"/>
          </ac:picMkLst>
        </pc:picChg>
      </pc:sldChg>
      <pc:sldChg chg="modSp add modTransition">
        <pc:chgData name="GABRIELLE VIEIRA MARCELINO" userId="d8b9c6a6-9b4c-4c97-bd94-edaa1e9577fa" providerId="ADAL" clId="{73794687-898D-476A-8EB3-ADE40D5BF760}" dt="2025-11-27T02:53:18.360" v="424"/>
        <pc:sldMkLst>
          <pc:docMk/>
          <pc:sldMk cId="2582102727" sldId="285"/>
        </pc:sldMkLst>
        <pc:picChg chg="mod">
          <ac:chgData name="GABRIELLE VIEIRA MARCELINO" userId="d8b9c6a6-9b4c-4c97-bd94-edaa1e9577fa" providerId="ADAL" clId="{73794687-898D-476A-8EB3-ADE40D5BF760}" dt="2025-11-27T02:39:09.441" v="263" actId="1076"/>
          <ac:picMkLst>
            <pc:docMk/>
            <pc:sldMk cId="2582102727" sldId="285"/>
            <ac:picMk id="8194" creationId="{49E0C1FE-9CF1-0FE1-EC9C-989F2A062A91}"/>
          </ac:picMkLst>
        </pc:picChg>
      </pc:sldChg>
      <pc:sldChg chg="addSp delSp modSp add mod ord modTransition">
        <pc:chgData name="GABRIELLE VIEIRA MARCELINO" userId="d8b9c6a6-9b4c-4c97-bd94-edaa1e9577fa" providerId="ADAL" clId="{73794687-898D-476A-8EB3-ADE40D5BF760}" dt="2025-11-27T02:53:18.360" v="424"/>
        <pc:sldMkLst>
          <pc:docMk/>
          <pc:sldMk cId="2266259129" sldId="286"/>
        </pc:sldMkLst>
        <pc:picChg chg="add del mod">
          <ac:chgData name="GABRIELLE VIEIRA MARCELINO" userId="d8b9c6a6-9b4c-4c97-bd94-edaa1e9577fa" providerId="ADAL" clId="{73794687-898D-476A-8EB3-ADE40D5BF760}" dt="2025-11-27T02:49:12.724" v="388" actId="22"/>
          <ac:picMkLst>
            <pc:docMk/>
            <pc:sldMk cId="2266259129" sldId="286"/>
            <ac:picMk id="3" creationId="{EF68D7F2-600E-1013-3FC9-0F65D35C6645}"/>
          </ac:picMkLst>
        </pc:picChg>
        <pc:picChg chg="del">
          <ac:chgData name="GABRIELLE VIEIRA MARCELINO" userId="d8b9c6a6-9b4c-4c97-bd94-edaa1e9577fa" providerId="ADAL" clId="{73794687-898D-476A-8EB3-ADE40D5BF760}" dt="2025-11-27T02:41:47.745" v="280" actId="478"/>
          <ac:picMkLst>
            <pc:docMk/>
            <pc:sldMk cId="2266259129" sldId="286"/>
            <ac:picMk id="5" creationId="{1A165768-128A-7ED7-3A2F-AE0F08B2E7F1}"/>
          </ac:picMkLst>
        </pc:picChg>
        <pc:picChg chg="del">
          <ac:chgData name="GABRIELLE VIEIRA MARCELINO" userId="d8b9c6a6-9b4c-4c97-bd94-edaa1e9577fa" providerId="ADAL" clId="{73794687-898D-476A-8EB3-ADE40D5BF760}" dt="2025-11-27T02:41:48.187" v="281" actId="478"/>
          <ac:picMkLst>
            <pc:docMk/>
            <pc:sldMk cId="2266259129" sldId="286"/>
            <ac:picMk id="6" creationId="{A2F31893-EDAC-6B81-1238-5E759686E8FE}"/>
          </ac:picMkLst>
        </pc:picChg>
        <pc:picChg chg="add mod">
          <ac:chgData name="GABRIELLE VIEIRA MARCELINO" userId="d8b9c6a6-9b4c-4c97-bd94-edaa1e9577fa" providerId="ADAL" clId="{73794687-898D-476A-8EB3-ADE40D5BF760}" dt="2025-11-27T02:50:41.163" v="406" actId="1076"/>
          <ac:picMkLst>
            <pc:docMk/>
            <pc:sldMk cId="2266259129" sldId="286"/>
            <ac:picMk id="7" creationId="{8CAB2CFF-0CA0-B380-877E-B9291F9B8D93}"/>
          </ac:picMkLst>
        </pc:picChg>
        <pc:picChg chg="add mod">
          <ac:chgData name="GABRIELLE VIEIRA MARCELINO" userId="d8b9c6a6-9b4c-4c97-bd94-edaa1e9577fa" providerId="ADAL" clId="{73794687-898D-476A-8EB3-ADE40D5BF760}" dt="2025-11-27T02:50:43.248" v="407" actId="1076"/>
          <ac:picMkLst>
            <pc:docMk/>
            <pc:sldMk cId="2266259129" sldId="286"/>
            <ac:picMk id="9" creationId="{812B8E88-E0CF-B4B9-3598-F9AED568A179}"/>
          </ac:picMkLst>
        </pc:picChg>
        <pc:picChg chg="add mod">
          <ac:chgData name="GABRIELLE VIEIRA MARCELINO" userId="d8b9c6a6-9b4c-4c97-bd94-edaa1e9577fa" providerId="ADAL" clId="{73794687-898D-476A-8EB3-ADE40D5BF760}" dt="2025-11-27T02:50:44.477" v="408" actId="1076"/>
          <ac:picMkLst>
            <pc:docMk/>
            <pc:sldMk cId="2266259129" sldId="286"/>
            <ac:picMk id="11" creationId="{03BCAE4C-592E-E197-8CF3-1396973C7356}"/>
          </ac:picMkLst>
        </pc:picChg>
      </pc:sldChg>
      <pc:sldChg chg="addSp delSp modSp add mod ord modTransition">
        <pc:chgData name="GABRIELLE VIEIRA MARCELINO" userId="d8b9c6a6-9b4c-4c97-bd94-edaa1e9577fa" providerId="ADAL" clId="{73794687-898D-476A-8EB3-ADE40D5BF760}" dt="2025-11-27T02:53:18.360" v="424"/>
        <pc:sldMkLst>
          <pc:docMk/>
          <pc:sldMk cId="4111485658" sldId="287"/>
        </pc:sldMkLst>
        <pc:spChg chg="del">
          <ac:chgData name="GABRIELLE VIEIRA MARCELINO" userId="d8b9c6a6-9b4c-4c97-bd94-edaa1e9577fa" providerId="ADAL" clId="{73794687-898D-476A-8EB3-ADE40D5BF760}" dt="2025-11-27T02:43:45.080" v="290" actId="26606"/>
          <ac:spMkLst>
            <pc:docMk/>
            <pc:sldMk cId="4111485658" sldId="287"/>
            <ac:spMk id="21" creationId="{2C5AC8E5-AC63-8807-0542-5A9C4AC63107}"/>
          </ac:spMkLst>
        </pc:spChg>
        <pc:spChg chg="del">
          <ac:chgData name="GABRIELLE VIEIRA MARCELINO" userId="d8b9c6a6-9b4c-4c97-bd94-edaa1e9577fa" providerId="ADAL" clId="{73794687-898D-476A-8EB3-ADE40D5BF760}" dt="2025-11-27T02:43:45.080" v="290" actId="26606"/>
          <ac:spMkLst>
            <pc:docMk/>
            <pc:sldMk cId="4111485658" sldId="287"/>
            <ac:spMk id="34" creationId="{8E39BCE3-A401-BCEB-4890-FD2CD628FC3D}"/>
          </ac:spMkLst>
        </pc:spChg>
        <pc:spChg chg="add">
          <ac:chgData name="GABRIELLE VIEIRA MARCELINO" userId="d8b9c6a6-9b4c-4c97-bd94-edaa1e9577fa" providerId="ADAL" clId="{73794687-898D-476A-8EB3-ADE40D5BF760}" dt="2025-11-27T02:43:45.080" v="290" actId="26606"/>
          <ac:spMkLst>
            <pc:docMk/>
            <pc:sldMk cId="4111485658" sldId="287"/>
            <ac:spMk id="51" creationId="{21029ED5-F105-4DD2-99C8-1E4422817978}"/>
          </ac:spMkLst>
        </pc:spChg>
        <pc:spChg chg="add">
          <ac:chgData name="GABRIELLE VIEIRA MARCELINO" userId="d8b9c6a6-9b4c-4c97-bd94-edaa1e9577fa" providerId="ADAL" clId="{73794687-898D-476A-8EB3-ADE40D5BF760}" dt="2025-11-27T02:43:45.080" v="290" actId="26606"/>
          <ac:spMkLst>
            <pc:docMk/>
            <pc:sldMk cId="4111485658" sldId="287"/>
            <ac:spMk id="64" creationId="{5C9652B3-A450-4ED6-8FBF-F536BA60B4D8}"/>
          </ac:spMkLst>
        </pc:spChg>
        <pc:grpChg chg="del">
          <ac:chgData name="GABRIELLE VIEIRA MARCELINO" userId="d8b9c6a6-9b4c-4c97-bd94-edaa1e9577fa" providerId="ADAL" clId="{73794687-898D-476A-8EB3-ADE40D5BF760}" dt="2025-11-27T02:43:45.080" v="290" actId="26606"/>
          <ac:grpSpMkLst>
            <pc:docMk/>
            <pc:sldMk cId="4111485658" sldId="287"/>
            <ac:grpSpMk id="9" creationId="{12E7D0A7-BF59-6A36-E98C-0510428FB778}"/>
          </ac:grpSpMkLst>
        </pc:grpChg>
        <pc:grpChg chg="del">
          <ac:chgData name="GABRIELLE VIEIRA MARCELINO" userId="d8b9c6a6-9b4c-4c97-bd94-edaa1e9577fa" providerId="ADAL" clId="{73794687-898D-476A-8EB3-ADE40D5BF760}" dt="2025-11-27T02:43:45.080" v="290" actId="26606"/>
          <ac:grpSpMkLst>
            <pc:docMk/>
            <pc:sldMk cId="4111485658" sldId="287"/>
            <ac:grpSpMk id="23" creationId="{267621A8-30B7-EA54-9F52-BEF17F7EC1D8}"/>
          </ac:grpSpMkLst>
        </pc:grpChg>
        <pc:grpChg chg="add">
          <ac:chgData name="GABRIELLE VIEIRA MARCELINO" userId="d8b9c6a6-9b4c-4c97-bd94-edaa1e9577fa" providerId="ADAL" clId="{73794687-898D-476A-8EB3-ADE40D5BF760}" dt="2025-11-27T02:43:45.080" v="290" actId="26606"/>
          <ac:grpSpMkLst>
            <pc:docMk/>
            <pc:sldMk cId="4111485658" sldId="287"/>
            <ac:grpSpMk id="39" creationId="{DDE8DE2B-61C1-46D5-BEB8-521321C182C4}"/>
          </ac:grpSpMkLst>
        </pc:grpChg>
        <pc:grpChg chg="add">
          <ac:chgData name="GABRIELLE VIEIRA MARCELINO" userId="d8b9c6a6-9b4c-4c97-bd94-edaa1e9577fa" providerId="ADAL" clId="{73794687-898D-476A-8EB3-ADE40D5BF760}" dt="2025-11-27T02:43:45.080" v="290" actId="26606"/>
          <ac:grpSpMkLst>
            <pc:docMk/>
            <pc:sldMk cId="4111485658" sldId="287"/>
            <ac:grpSpMk id="53" creationId="{2D621E68-BF28-4A1C-B1A2-4E55E139E79A}"/>
          </ac:grpSpMkLst>
        </pc:grpChg>
        <pc:picChg chg="add mod modCrop">
          <ac:chgData name="GABRIELLE VIEIRA MARCELINO" userId="d8b9c6a6-9b4c-4c97-bd94-edaa1e9577fa" providerId="ADAL" clId="{73794687-898D-476A-8EB3-ADE40D5BF760}" dt="2025-11-27T02:43:53.847" v="291" actId="18131"/>
          <ac:picMkLst>
            <pc:docMk/>
            <pc:sldMk cId="4111485658" sldId="287"/>
            <ac:picMk id="3" creationId="{C54ED42D-5B9E-C2DF-8AE9-2FBCA64632B2}"/>
          </ac:picMkLst>
        </pc:picChg>
        <pc:picChg chg="del">
          <ac:chgData name="GABRIELLE VIEIRA MARCELINO" userId="d8b9c6a6-9b4c-4c97-bd94-edaa1e9577fa" providerId="ADAL" clId="{73794687-898D-476A-8EB3-ADE40D5BF760}" dt="2025-11-27T02:43:25.639" v="285" actId="478"/>
          <ac:picMkLst>
            <pc:docMk/>
            <pc:sldMk cId="4111485658" sldId="287"/>
            <ac:picMk id="4098" creationId="{49747D64-4242-437B-5DE0-C98D96BF42B2}"/>
          </ac:picMkLst>
        </pc:picChg>
      </pc:sldChg>
      <pc:sldChg chg="delSp add del mod">
        <pc:chgData name="GABRIELLE VIEIRA MARCELINO" userId="d8b9c6a6-9b4c-4c97-bd94-edaa1e9577fa" providerId="ADAL" clId="{73794687-898D-476A-8EB3-ADE40D5BF760}" dt="2025-11-27T02:51:15.005" v="413" actId="2696"/>
        <pc:sldMkLst>
          <pc:docMk/>
          <pc:sldMk cId="3214898015" sldId="288"/>
        </pc:sldMkLst>
        <pc:picChg chg="del">
          <ac:chgData name="GABRIELLE VIEIRA MARCELINO" userId="d8b9c6a6-9b4c-4c97-bd94-edaa1e9577fa" providerId="ADAL" clId="{73794687-898D-476A-8EB3-ADE40D5BF760}" dt="2025-11-27T02:51:01.974" v="410" actId="478"/>
          <ac:picMkLst>
            <pc:docMk/>
            <pc:sldMk cId="3214898015" sldId="288"/>
            <ac:picMk id="7" creationId="{4A19D1D1-933A-2BAE-DCE2-1812CE8E8271}"/>
          </ac:picMkLst>
        </pc:picChg>
        <pc:picChg chg="del">
          <ac:chgData name="GABRIELLE VIEIRA MARCELINO" userId="d8b9c6a6-9b4c-4c97-bd94-edaa1e9577fa" providerId="ADAL" clId="{73794687-898D-476A-8EB3-ADE40D5BF760}" dt="2025-11-27T02:51:02.505" v="411" actId="478"/>
          <ac:picMkLst>
            <pc:docMk/>
            <pc:sldMk cId="3214898015" sldId="288"/>
            <ac:picMk id="9" creationId="{69044227-5B60-E85B-D396-B3566F7E512D}"/>
          </ac:picMkLst>
        </pc:picChg>
        <pc:picChg chg="del">
          <ac:chgData name="GABRIELLE VIEIRA MARCELINO" userId="d8b9c6a6-9b4c-4c97-bd94-edaa1e9577fa" providerId="ADAL" clId="{73794687-898D-476A-8EB3-ADE40D5BF760}" dt="2025-11-27T02:51:02.878" v="412" actId="478"/>
          <ac:picMkLst>
            <pc:docMk/>
            <pc:sldMk cId="3214898015" sldId="288"/>
            <ac:picMk id="11" creationId="{00365A90-1D09-F437-5B86-E1956265AF0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88ADF155-F6B1-B1DA-B628-DEEE088C5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5969" y="4553712"/>
            <a:ext cx="8288032" cy="1096316"/>
          </a:xfrm>
        </p:spPr>
        <p:txBody>
          <a:bodyPr>
            <a:normAutofit/>
          </a:bodyPr>
          <a:lstStyle/>
          <a:p>
            <a:pPr algn="ctr"/>
            <a:r>
              <a:rPr lang="pt-BR" sz="4800"/>
              <a:t>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C73DDF-3611-D887-1F81-12469196CF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7957" y="4551103"/>
            <a:ext cx="6516044" cy="469122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Explicando o projeto dentro do GitHub</a:t>
            </a:r>
          </a:p>
        </p:txBody>
      </p:sp>
      <p:pic>
        <p:nvPicPr>
          <p:cNvPr id="2" name="Imagem 1" descr="Logotipo&#10;&#10;O conteúdo gerado por IA pode estar incorreto.">
            <a:extLst>
              <a:ext uri="{FF2B5EF4-FFF2-40B4-BE49-F238E27FC236}">
                <a16:creationId xmlns:a16="http://schemas.microsoft.com/office/drawing/2014/main" id="{A659A204-0F10-954B-A7B0-F6396AFAC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148" y="2579591"/>
            <a:ext cx="7582853" cy="153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5241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5" name="Group 7174">
            <a:extLst>
              <a:ext uri="{FF2B5EF4-FFF2-40B4-BE49-F238E27FC236}">
                <a16:creationId xmlns:a16="http://schemas.microsoft.com/office/drawing/2014/main" id="{88C9B83F-64CD-41C1-925F-A08801F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176" name="Straight Connector 7175">
              <a:extLst>
                <a:ext uri="{FF2B5EF4-FFF2-40B4-BE49-F238E27FC236}">
                  <a16:creationId xmlns:a16="http://schemas.microsoft.com/office/drawing/2014/main" id="{E1655065-0BD7-4422-BEC0-4401E9980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7" name="Straight Connector 7176">
              <a:extLst>
                <a:ext uri="{FF2B5EF4-FFF2-40B4-BE49-F238E27FC236}">
                  <a16:creationId xmlns:a16="http://schemas.microsoft.com/office/drawing/2014/main" id="{4DDD90AC-ABEC-4A76-9C9C-AD0A5F8FC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78" name="Rectangle 23">
              <a:extLst>
                <a:ext uri="{FF2B5EF4-FFF2-40B4-BE49-F238E27FC236}">
                  <a16:creationId xmlns:a16="http://schemas.microsoft.com/office/drawing/2014/main" id="{21A8AFEF-EC50-4C0B-9C64-814B76C82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7179" name="Rectangle 25">
              <a:extLst>
                <a:ext uri="{FF2B5EF4-FFF2-40B4-BE49-F238E27FC236}">
                  <a16:creationId xmlns:a16="http://schemas.microsoft.com/office/drawing/2014/main" id="{CAFAA800-E117-4357-84E4-56B63EA03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7180" name="Isosceles Triangle 7179">
              <a:extLst>
                <a:ext uri="{FF2B5EF4-FFF2-40B4-BE49-F238E27FC236}">
                  <a16:creationId xmlns:a16="http://schemas.microsoft.com/office/drawing/2014/main" id="{8DDFC9F4-3B45-402D-8AD7-60B3F08E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7181" name="Rectangle 27">
              <a:extLst>
                <a:ext uri="{FF2B5EF4-FFF2-40B4-BE49-F238E27FC236}">
                  <a16:creationId xmlns:a16="http://schemas.microsoft.com/office/drawing/2014/main" id="{F26A0854-FBE4-4587-B349-06BE192BD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7182" name="Rectangle 28">
              <a:extLst>
                <a:ext uri="{FF2B5EF4-FFF2-40B4-BE49-F238E27FC236}">
                  <a16:creationId xmlns:a16="http://schemas.microsoft.com/office/drawing/2014/main" id="{54A9C4C6-FF7D-470E-BFCA-CE4F60A1F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7183" name="Rectangle 29">
              <a:extLst>
                <a:ext uri="{FF2B5EF4-FFF2-40B4-BE49-F238E27FC236}">
                  <a16:creationId xmlns:a16="http://schemas.microsoft.com/office/drawing/2014/main" id="{B1721EA8-4871-45D4-B78F-AE805A300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7184" name="Isosceles Triangle 7183">
              <a:extLst>
                <a:ext uri="{FF2B5EF4-FFF2-40B4-BE49-F238E27FC236}">
                  <a16:creationId xmlns:a16="http://schemas.microsoft.com/office/drawing/2014/main" id="{E5763971-E3A3-45C6-9BA8-2E032C7A5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7185" name="Isosceles Triangle 7184">
              <a:extLst>
                <a:ext uri="{FF2B5EF4-FFF2-40B4-BE49-F238E27FC236}">
                  <a16:creationId xmlns:a16="http://schemas.microsoft.com/office/drawing/2014/main" id="{32752E94-0E01-4AF5-A43A-F2FAD8737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pic>
        <p:nvPicPr>
          <p:cNvPr id="7170" name="Picture 2">
            <a:extLst>
              <a:ext uri="{FF2B5EF4-FFF2-40B4-BE49-F238E27FC236}">
                <a16:creationId xmlns:a16="http://schemas.microsoft.com/office/drawing/2014/main" id="{848F56A0-752B-D2A7-1AF0-DDD747BE49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87" r="6721" b="16180"/>
          <a:stretch>
            <a:fillRect/>
          </a:stretch>
        </p:blipFill>
        <p:spPr bwMode="auto"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05AFC77-77B1-A2A6-247E-541698DF5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867" y="1678666"/>
            <a:ext cx="4088190" cy="23690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b="1"/>
              <a:t>1. Requisitos</a:t>
            </a:r>
          </a:p>
        </p:txBody>
      </p:sp>
      <p:cxnSp>
        <p:nvCxnSpPr>
          <p:cNvPr id="7187" name="Straight Connector 7186">
            <a:extLst>
              <a:ext uri="{FF2B5EF4-FFF2-40B4-BE49-F238E27FC236}">
                <a16:creationId xmlns:a16="http://schemas.microsoft.com/office/drawing/2014/main" id="{A57C1A16-B8AB-4D99-A195-A38F5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9" name="Straight Connector 7188">
            <a:extLst>
              <a:ext uri="{FF2B5EF4-FFF2-40B4-BE49-F238E27FC236}">
                <a16:creationId xmlns:a16="http://schemas.microsoft.com/office/drawing/2014/main" id="{F8A9B20B-D1DD-4573-B5EC-558029519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91" name="Rectangle 23">
            <a:extLst>
              <a:ext uri="{FF2B5EF4-FFF2-40B4-BE49-F238E27FC236}">
                <a16:creationId xmlns:a16="http://schemas.microsoft.com/office/drawing/2014/main" id="{66D61E08-70C3-48D8-BEA0-787111DC3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7193" name="Rectangle 25">
            <a:extLst>
              <a:ext uri="{FF2B5EF4-FFF2-40B4-BE49-F238E27FC236}">
                <a16:creationId xmlns:a16="http://schemas.microsoft.com/office/drawing/2014/main" id="{FC55298F-0AE5-478E-AD2B-03C2614C5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7195" name="Isosceles Triangle 24">
            <a:extLst>
              <a:ext uri="{FF2B5EF4-FFF2-40B4-BE49-F238E27FC236}">
                <a16:creationId xmlns:a16="http://schemas.microsoft.com/office/drawing/2014/main" id="{C180E4EA-0B63-4779-A895-7E90E7108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7197" name="Rectangle 27">
            <a:extLst>
              <a:ext uri="{FF2B5EF4-FFF2-40B4-BE49-F238E27FC236}">
                <a16:creationId xmlns:a16="http://schemas.microsoft.com/office/drawing/2014/main" id="{CEE01D9D-3DE8-4EED-B0D3-8F3C79CC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7199" name="Rectangle 28">
            <a:extLst>
              <a:ext uri="{FF2B5EF4-FFF2-40B4-BE49-F238E27FC236}">
                <a16:creationId xmlns:a16="http://schemas.microsoft.com/office/drawing/2014/main" id="{89AF5CE9-607F-43F4-8983-DCD6DA40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7201" name="Rectangle 29">
            <a:extLst>
              <a:ext uri="{FF2B5EF4-FFF2-40B4-BE49-F238E27FC236}">
                <a16:creationId xmlns:a16="http://schemas.microsoft.com/office/drawing/2014/main" id="{6EEA2DBD-9E1E-4521-8C01-F32AD18A8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7203" name="Isosceles Triangle 29">
            <a:extLst>
              <a:ext uri="{FF2B5EF4-FFF2-40B4-BE49-F238E27FC236}">
                <a16:creationId xmlns:a16="http://schemas.microsoft.com/office/drawing/2014/main" id="{15BBD2C1-BA9B-46A9-A27A-33498B16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584058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C49163-1A83-67FA-F0E8-F5EDA8A4C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E0CCBE8-ABC6-7129-E60A-ABEEE0FEC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F7F7780-509E-8854-48BF-4EB36DF94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9A8F732-B25B-E86C-3F0A-043DF27D0C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823E4C8B-8371-7F41-2DD2-6243D05C42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D670B261-5F12-C3F3-219E-B83134536B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F12DDB57-8514-127C-311E-E3C44CA5A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BCF68382-B0E0-A3D2-7710-47681A7E69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5B1608EC-0AE3-8270-C004-2B56305F1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C24F2467-98F0-0DBF-D746-57AE058D95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EA5CB2AE-F1F8-7B1F-8D25-0E9A3D7EFC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9D64DED9-5CD4-10A8-C82A-208F1EA9C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C3693567-662F-8144-29EA-9B5E8C9C8D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BED6D17-EC9C-163A-C8BB-34FF4D2C3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DC3465E-0FB8-901A-6952-3820B3BF3D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75190B22-BA72-E4F0-7C00-B13A71AA30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D52F8D7-1A87-5D0A-025B-1B80B1D5D7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6F4BA97D-A853-9464-BD45-ED6DB99E3F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9224370-2DE6-6C28-E001-BADFD9026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5F26FD6-0C52-FD84-6A7D-9CC08A85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DE9FA85-BC2B-0F75-1723-5E0923171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46FCFE63-5022-6B2C-65A2-5E47FD783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403B23BF-342A-C944-FD87-05C7E38D0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15DEBAB0-4082-F226-C32A-29240684B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F6F4A169-CB6D-E96E-671D-42EFB22B0D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30" t="3729" r="2417" b="68315"/>
          <a:stretch>
            <a:fillRect/>
          </a:stretch>
        </p:blipFill>
        <p:spPr bwMode="auto">
          <a:xfrm>
            <a:off x="914513" y="1114185"/>
            <a:ext cx="10359926" cy="4621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4376703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200143-1666-27EA-DBAB-43BB83BDE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F222A561-1341-3EF9-0106-602978627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921401E-0454-82F3-F94F-FA04B4B87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87FC19E-3A46-4B5E-0282-4A53C40912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3193BCF5-505F-5829-2A05-D43DEB9638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8B85226E-AB6F-3C72-BF41-31F0BE8A85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848AFEDF-9683-B062-4609-0EF79CD832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6AB46F93-CB64-3318-7568-95B80F854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54D69158-F77A-0F25-0092-526D15187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3A99106D-6A1A-EF53-3296-140BB2218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8789D9F3-25AF-B40D-6CA0-726B354BEA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CC60C16F-270F-8795-978F-E62F4D5E5C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C5610577-6730-2C2C-E681-0D26E09C0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38C65C3-BC3D-7912-FC21-F71296C72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D7C4A2F-22FF-B61A-0638-B3B8BB7AC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8BE92DAA-FBFA-D147-9847-31F67C35DD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66621D1-7D8F-893F-7986-DDCAEBFFA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F746A1F2-8EAF-1FA8-6045-B775DD1CD7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5C93A33-D726-1ECD-10E4-E2CE56D45F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336054F-CC60-1675-05DA-2CA1DC0E61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026C70-78C4-2F2D-72C1-DED5A356C8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BF361480-5114-A980-C3BA-D9EB048B4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12E4CFE5-1581-92E2-70DE-FC6B68791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EE98FB53-1796-64D4-CAD9-5A69CE6C0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9B87C101-9122-4BA1-10D8-76F3D3D33E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980" t="31194" r="14927" b="34156"/>
          <a:stretch>
            <a:fillRect/>
          </a:stretch>
        </p:blipFill>
        <p:spPr bwMode="auto">
          <a:xfrm>
            <a:off x="914513" y="572756"/>
            <a:ext cx="10359926" cy="5727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3202841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31704D-6688-E0F3-5D72-FE5F4BDA3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B36876F-2707-0BC2-D023-531E3385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FBCB52B-3BC1-A8C8-7A5E-0BC8F08799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3E1F10F-55A6-4CF8-B7EF-A1818E83E0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C9750034-35DF-CFF9-8271-B9997CC6C9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F2A0BFDC-095D-6DCF-0230-04E10DAC8F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A3550EC6-4742-BCC7-8C0F-FA004B7FF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5B4397DA-5B81-5F5E-13C4-C5C8FB08AF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0B1C24AA-8252-94CB-4D63-D8372A7434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D1C96057-8E0F-FEED-458B-E430F2896B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88D99E35-0D4C-DD10-64B3-937983786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930F8574-6117-F87C-77CB-21EE9B85A7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6E872F7F-D007-F775-4387-511AB25E6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B845FDB-87C4-9973-E31D-D3B32C92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E1896C5-ABBD-8059-D7F4-52476CB81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61A23F55-0090-4EBC-4CC4-0743E8DFAD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EB9E370-24CC-5D0E-A533-9CDF3467AF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930AE780-4752-9466-1788-685713932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3DF70D4-189B-D642-CD32-0DCF3F297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65E096F-03A7-3276-4AFF-0B29321F77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657F496-8BD3-F108-1E02-D7E0136A0F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6186D0A6-A838-C6FA-CAA5-DBD77E457F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88F7A0B8-62CF-7F1C-7CE2-2D8E0412E1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3873F33F-B006-AA07-102D-521164FAF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49E0C1FE-9CF1-0FE1-EC9C-989F2A062A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8" t="63800" r="2230" b="1550"/>
          <a:stretch>
            <a:fillRect/>
          </a:stretch>
        </p:blipFill>
        <p:spPr bwMode="auto">
          <a:xfrm>
            <a:off x="489002" y="650380"/>
            <a:ext cx="11225986" cy="5727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2102727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8">
            <a:extLst>
              <a:ext uri="{FF2B5EF4-FFF2-40B4-BE49-F238E27FC236}">
                <a16:creationId xmlns:a16="http://schemas.microsoft.com/office/drawing/2014/main" id="{88C9B83F-64CD-41C1-925F-A08801F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1655065-0BD7-4422-BEC0-4401E9980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DDD90AC-ABEC-4A76-9C9C-AD0A5F8FC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21A8AFEF-EC50-4C0B-9C64-814B76C82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CAFAA800-E117-4357-84E4-56B63EA03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8DDFC9F4-3B45-402D-8AD7-60B3F08E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F26A0854-FBE4-4587-B349-06BE192BD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54A9C4C6-FF7D-470E-BFCA-CE4F60A1F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B1721EA8-4871-45D4-B78F-AE805A300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E5763971-E3A3-45C6-9BA8-2E032C7A5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32752E94-0E01-4AF5-A43A-F2FAD8737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pic>
        <p:nvPicPr>
          <p:cNvPr id="4" name="Espaço Reservado para Conteúdo 3" descr="Interface gráfica do usuário, Site&#10;&#10;O conteúdo gerado por IA pode estar incorreto.">
            <a:extLst>
              <a:ext uri="{FF2B5EF4-FFF2-40B4-BE49-F238E27FC236}">
                <a16:creationId xmlns:a16="http://schemas.microsoft.com/office/drawing/2014/main" id="{2B641C7D-E424-F0FD-873B-D9AA5F1F47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8088" r="1" b="9091"/>
          <a:stretch>
            <a:fillRect/>
          </a:stretch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CD25874-CE54-567E-6367-FD9CDCB92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867" y="1678666"/>
            <a:ext cx="4088190" cy="23690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b="1"/>
              <a:t>2. Interface</a:t>
            </a:r>
          </a:p>
        </p:txBody>
      </p:sp>
      <p:cxnSp>
        <p:nvCxnSpPr>
          <p:cNvPr id="24" name="Straight Connector 20">
            <a:extLst>
              <a:ext uri="{FF2B5EF4-FFF2-40B4-BE49-F238E27FC236}">
                <a16:creationId xmlns:a16="http://schemas.microsoft.com/office/drawing/2014/main" id="{A57C1A16-B8AB-4D99-A195-A38F5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2">
            <a:extLst>
              <a:ext uri="{FF2B5EF4-FFF2-40B4-BE49-F238E27FC236}">
                <a16:creationId xmlns:a16="http://schemas.microsoft.com/office/drawing/2014/main" id="{F8A9B20B-D1DD-4573-B5EC-558029519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3">
            <a:extLst>
              <a:ext uri="{FF2B5EF4-FFF2-40B4-BE49-F238E27FC236}">
                <a16:creationId xmlns:a16="http://schemas.microsoft.com/office/drawing/2014/main" id="{66D61E08-70C3-48D8-BEA0-787111DC3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0" name="Rectangle 25">
            <a:extLst>
              <a:ext uri="{FF2B5EF4-FFF2-40B4-BE49-F238E27FC236}">
                <a16:creationId xmlns:a16="http://schemas.microsoft.com/office/drawing/2014/main" id="{FC55298F-0AE5-478E-AD2B-03C2614C5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2" name="Isosceles Triangle 24">
            <a:extLst>
              <a:ext uri="{FF2B5EF4-FFF2-40B4-BE49-F238E27FC236}">
                <a16:creationId xmlns:a16="http://schemas.microsoft.com/office/drawing/2014/main" id="{C180E4EA-0B63-4779-A895-7E90E7108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4" name="Rectangle 27">
            <a:extLst>
              <a:ext uri="{FF2B5EF4-FFF2-40B4-BE49-F238E27FC236}">
                <a16:creationId xmlns:a16="http://schemas.microsoft.com/office/drawing/2014/main" id="{CEE01D9D-3DE8-4EED-B0D3-8F3C79CC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6" name="Rectangle 28">
            <a:extLst>
              <a:ext uri="{FF2B5EF4-FFF2-40B4-BE49-F238E27FC236}">
                <a16:creationId xmlns:a16="http://schemas.microsoft.com/office/drawing/2014/main" id="{89AF5CE9-607F-43F4-8983-DCD6DA40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8" name="Rectangle 29">
            <a:extLst>
              <a:ext uri="{FF2B5EF4-FFF2-40B4-BE49-F238E27FC236}">
                <a16:creationId xmlns:a16="http://schemas.microsoft.com/office/drawing/2014/main" id="{6EEA2DBD-9E1E-4521-8C01-F32AD18A8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9" name="Isosceles Triangle 29">
            <a:extLst>
              <a:ext uri="{FF2B5EF4-FFF2-40B4-BE49-F238E27FC236}">
                <a16:creationId xmlns:a16="http://schemas.microsoft.com/office/drawing/2014/main" id="{15BBD2C1-BA9B-46A9-A27A-33498B16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101736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BA1DB8-D13B-7952-8861-5E4A5C03C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09316A9-990D-4EC3-A671-70EE5C149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B0C6109-9159-49CA-AD7A-F9035539D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86F14F5-308C-4EB6-87AB-05DE9501B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BA032363-A188-47C5-9D59-9B788809D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2C4077DF-6BB9-4069-AD28-6B1664EBB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1D2B8B50-3419-41ED-9A9F-3CF9EEB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5C640498-2E73-4FA2-BEB6-C3596A458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3240EEFC-4112-4C39-A816-C815774F6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ADF362B0-03EA-4800-9FAA-9F128587E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0BA84559-2F4C-4795-9246-4C563F942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FA77A1AA-CA47-4A91-A0A1-0A8CE31A9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Espaço Reservado para Conteúdo 3" descr="Interface gráfica do usuário, Site&#10;&#10;O conteúdo gerado por IA pode estar incorreto.">
            <a:extLst>
              <a:ext uri="{FF2B5EF4-FFF2-40B4-BE49-F238E27FC236}">
                <a16:creationId xmlns:a16="http://schemas.microsoft.com/office/drawing/2014/main" id="{75F877F4-B3FD-B14D-420E-11A3C10A55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3313" y="488527"/>
            <a:ext cx="7561385" cy="589788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84ECF37-FF38-78FC-A209-E9E88A48A58C}"/>
              </a:ext>
            </a:extLst>
          </p:cNvPr>
          <p:cNvSpPr txBox="1"/>
          <p:nvPr/>
        </p:nvSpPr>
        <p:spPr>
          <a:xfrm>
            <a:off x="986148" y="1843327"/>
            <a:ext cx="769121" cy="3676172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r>
              <a:rPr lang="pt-BR" sz="3200" b="1" dirty="0">
                <a:solidFill>
                  <a:schemeClr val="accent2"/>
                </a:solidFill>
                <a:latin typeface="Aptos Black" panose="020F0502020204030204" pitchFamily="34" charset="0"/>
              </a:rPr>
              <a:t>TELA 1</a:t>
            </a:r>
          </a:p>
        </p:txBody>
      </p:sp>
    </p:spTree>
    <p:extLst>
      <p:ext uri="{BB962C8B-B14F-4D97-AF65-F5344CB8AC3E}">
        <p14:creationId xmlns:p14="http://schemas.microsoft.com/office/powerpoint/2010/main" val="2395255096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CC63F3-F42B-BED7-EB21-6AE9BD935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4902411-BA2B-31B0-AB1D-051F1A033F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47EBAAE-8ECD-085C-35EE-D5BAB38597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237BB83-24C1-1C2C-33E8-23ECB1B54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9B61C881-AF17-7533-9302-45116B06E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7022AAD3-67B4-59FF-D02B-4F9BD4CDA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5EA12D93-7344-DD1A-F53E-00C87F49B5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7FB409BD-A251-34CB-3030-2E45E06CC0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7774D0E2-A100-4490-3DC4-6E5DEBCC4A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7A5198E9-0B48-D080-C53E-D6A2CCDE9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8C5546D6-149A-F720-4D63-F30C7081E7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D18AAD70-4876-91BF-9603-54BD2DB532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7EB5887E-56CE-CF27-0CAD-A307F1290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EF83070-59BB-84B7-0516-7E03C289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867CB7F-DF93-7F85-F27E-D06F3079C5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5D338237-B2CD-1944-95C5-CD8E695ACD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3392DD6-8D1B-68D2-073C-BA6675CD4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82F921BA-0110-8B57-90B4-E2BE089A51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7701920-31BF-7740-1494-49EA59122C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8A57870-086C-0A11-353F-C270485831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45AD0A9-5276-12BF-6370-DCBE74E35D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15447865-5DCA-909A-B37F-50697EBE8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E05270C8-3F18-0473-C002-739801F984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49DB7057-276D-C862-2D0D-02D1E2A33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EC138E4-569E-CE15-AD68-A4531563A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146" y="480060"/>
            <a:ext cx="7556659" cy="5897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A448B59B-F708-0B44-7016-4D43385CBC6B}"/>
              </a:ext>
            </a:extLst>
          </p:cNvPr>
          <p:cNvSpPr txBox="1"/>
          <p:nvPr/>
        </p:nvSpPr>
        <p:spPr>
          <a:xfrm>
            <a:off x="986148" y="1843327"/>
            <a:ext cx="769057" cy="3676172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r>
              <a:rPr lang="pt-BR" sz="3200" b="1" dirty="0">
                <a:solidFill>
                  <a:schemeClr val="accent2"/>
                </a:solidFill>
                <a:latin typeface="Aptos Black" panose="020F0502020204030204" pitchFamily="34" charset="0"/>
              </a:rPr>
              <a:t>TELA 2</a:t>
            </a:r>
          </a:p>
        </p:txBody>
      </p:sp>
    </p:spTree>
    <p:extLst>
      <p:ext uri="{BB962C8B-B14F-4D97-AF65-F5344CB8AC3E}">
        <p14:creationId xmlns:p14="http://schemas.microsoft.com/office/powerpoint/2010/main" val="1909953639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ADE5B2-C175-9FD3-01EB-0895E62EC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442504D-CE6D-9390-70D9-A989FE3AC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74405A1-1E13-6D5F-FEE7-D2AD98CF01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BC6A732-8BA9-0680-77C4-90CD97B43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000DE087-A455-5D83-73E4-9C5809A286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C1867EE5-CEE6-CF39-41C5-36993FEF4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25C6D949-9E21-9E39-4C01-452D06377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AAD784E1-5799-1B82-1B7F-6CC36DC8FD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A5D441D5-3220-1BB0-A4BB-CBDA2EED4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1E02BC82-58F3-6D68-ED7A-111ADA45BB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ED3854A2-B176-1AE0-1949-13A59A447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2C0048B4-07FA-AE44-DB91-7C3DD6CCA8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025EFE29-482A-CF16-11FE-B9CA0EC59C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26970DC-DDA8-2297-5415-76BD56AAC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BF74250-B8A1-35C7-FAEA-9E396DEBA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5980F04D-27D7-CF2A-2939-D8C83025C2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A997D3D-7DD4-0632-E6DD-D48B0C19AA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8EAC5569-07AC-7A00-C3D8-9279E59FD3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BB5E9ED-A724-8373-38CF-BE2743326A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8A28C89-C007-A04F-F4F4-381FD16CEB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F507917-A8F3-395B-3CA3-20BF25AC46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76AE00C3-DB92-B1DF-7830-76D0AF8336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414325B2-32B1-2E52-35EA-15CED551BA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C6C1BDA7-08E5-E771-8484-F4CE048EF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A91A139-9D4A-C4B9-2C49-58E6CC4FF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3999" y="484208"/>
            <a:ext cx="7580954" cy="5916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6F048DE-25F3-7B9B-3EC6-2C021370E616}"/>
              </a:ext>
            </a:extLst>
          </p:cNvPr>
          <p:cNvSpPr txBox="1"/>
          <p:nvPr/>
        </p:nvSpPr>
        <p:spPr>
          <a:xfrm>
            <a:off x="986148" y="1843327"/>
            <a:ext cx="769057" cy="3676172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r>
              <a:rPr lang="pt-BR" sz="3200" b="1" dirty="0">
                <a:solidFill>
                  <a:schemeClr val="accent2"/>
                </a:solidFill>
                <a:latin typeface="Aptos Black" panose="020F0502020204030204" pitchFamily="34" charset="0"/>
              </a:rPr>
              <a:t>TELA 3</a:t>
            </a:r>
          </a:p>
        </p:txBody>
      </p:sp>
    </p:spTree>
    <p:extLst>
      <p:ext uri="{BB962C8B-B14F-4D97-AF65-F5344CB8AC3E}">
        <p14:creationId xmlns:p14="http://schemas.microsoft.com/office/powerpoint/2010/main" val="813782421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A0FBD9-2932-684D-FE53-DFB596F9E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F51EBD2-9E5C-FE31-A666-10DEDB24C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F5D93B3-0EAA-0CA2-BE01-D70D423BCB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8AA0F5A-3529-693E-2F65-D63AD26935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424BA44B-F4C4-5BAA-2A46-D33CCA60D7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58C80B50-D0F3-715E-E74E-5599158FB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18B53707-92C7-D3EF-7EF9-D22346B4D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7839D3F8-9C75-F666-1A6D-C6ADBCCCF2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2874AA52-E06F-1B90-1381-C738E06CF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99AB6D2C-433B-AAF5-61AE-9C09FE89E6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31F88DD9-E5C5-9F68-914C-457029613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5ECC4B7A-D5F6-D2FC-6BB0-7AC4E527FD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B2160366-1ADC-36D5-5F32-B35DD89E4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7FFBD41-6D05-0EBF-6B5F-6BB31FC2C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2DD1537-766A-B7A7-89EE-5C7FD95F7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8413E4A0-D381-1677-D477-789B984A40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A70D47D-209D-D5D2-0733-36B4868A1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1D771187-F26D-9F97-B832-694E0E7DDF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0775B9C-2952-6BBE-D903-83C23E7BA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8D85B2E-742F-8F81-D833-2D266A01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26ED10B-47B6-F806-1EDA-93CFAD894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A930A094-03A6-57BE-E20B-CB9D9E605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B499E493-31D2-D467-287A-F5B5FB4C8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86FB2D4B-9AC9-26A6-3114-786190AF5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939D678-4E3C-C10B-78C7-16A6919B1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146" y="475826"/>
            <a:ext cx="7581684" cy="5917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C972727-5E6A-CB5F-0F97-191CDE350AF4}"/>
              </a:ext>
            </a:extLst>
          </p:cNvPr>
          <p:cNvSpPr txBox="1"/>
          <p:nvPr/>
        </p:nvSpPr>
        <p:spPr>
          <a:xfrm>
            <a:off x="986148" y="1843327"/>
            <a:ext cx="769057" cy="3676172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r>
              <a:rPr lang="pt-BR" sz="3200" b="1" dirty="0">
                <a:solidFill>
                  <a:schemeClr val="accent2"/>
                </a:solidFill>
                <a:latin typeface="Aptos Black" panose="020F0502020204030204" pitchFamily="34" charset="0"/>
              </a:rPr>
              <a:t>TELA 4</a:t>
            </a:r>
          </a:p>
        </p:txBody>
      </p:sp>
    </p:spTree>
    <p:extLst>
      <p:ext uri="{BB962C8B-B14F-4D97-AF65-F5344CB8AC3E}">
        <p14:creationId xmlns:p14="http://schemas.microsoft.com/office/powerpoint/2010/main" val="869866250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AEEA15-071A-4AD4-3BCE-662E0B80B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423555F-745F-58F0-837F-02D1B4B3E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D7407C6-37F4-5458-3C28-955165C542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C2556CE-0CF0-3455-78B2-19AB05CAC7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D2BE987F-DBA1-AC33-A44B-C30EF2B1AC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7F2F0BA2-FCE8-8DF9-8F40-6809E9DE1E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2C593FA9-B3D7-7F73-85C4-96C021E9ED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FFBF4C5C-D5EF-FBC1-C180-B6C842053B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0A06C1B1-D87E-851B-1268-A4004FA167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290B7739-ED2B-90D6-BD12-131CDA7246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BA842B47-D0AC-5CEB-EE63-5859B398C3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5D851361-B77E-4CC9-74F4-B9A8F39955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C8D48949-6F6F-5A6A-A8B1-99BD734E1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8CD28EA-1BEA-3B5D-FFF2-B9FFB4DF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B773A41-108F-9C6C-3FB5-8F481578E2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C99B278A-8D74-30DE-980A-935B08B49E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2A6B499-352D-ABED-A543-8ECE075FBA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C0C45405-6EA9-D27E-DFC5-81227EAF3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9E8758A-771C-6411-8D88-99F7E2664D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B7AD49F-3FF7-1736-14E8-08EA3298A6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AAFB87E-2590-9819-6932-880D036869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ED8B5E9A-7E49-4AE4-A1DC-2961C6DB23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CB3D8D39-883E-E5F6-38BB-F670D216E2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31802113-EF5E-2885-D3B6-DA4E803091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A1DEA7C-E61D-19AC-2864-51AC9360F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146" y="480060"/>
            <a:ext cx="7556659" cy="5897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C88B29-2F7F-6E01-8FE8-C9E82A07DD8E}"/>
              </a:ext>
            </a:extLst>
          </p:cNvPr>
          <p:cNvSpPr txBox="1"/>
          <p:nvPr/>
        </p:nvSpPr>
        <p:spPr>
          <a:xfrm>
            <a:off x="986148" y="1843327"/>
            <a:ext cx="769057" cy="3676172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r>
              <a:rPr lang="pt-BR" sz="3200" b="1" dirty="0">
                <a:solidFill>
                  <a:schemeClr val="accent2"/>
                </a:solidFill>
                <a:latin typeface="Aptos Black" panose="020F0502020204030204" pitchFamily="34" charset="0"/>
              </a:rPr>
              <a:t>TELA 5</a:t>
            </a:r>
          </a:p>
        </p:txBody>
      </p:sp>
    </p:spTree>
    <p:extLst>
      <p:ext uri="{BB962C8B-B14F-4D97-AF65-F5344CB8AC3E}">
        <p14:creationId xmlns:p14="http://schemas.microsoft.com/office/powerpoint/2010/main" val="2907860442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88C9B83F-64CD-41C1-925F-A08801F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1655065-0BD7-4422-BEC0-4401E9980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DDD90AC-ABEC-4A76-9C9C-AD0A5F8FC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23">
              <a:extLst>
                <a:ext uri="{FF2B5EF4-FFF2-40B4-BE49-F238E27FC236}">
                  <a16:creationId xmlns:a16="http://schemas.microsoft.com/office/drawing/2014/main" id="{21A8AFEF-EC50-4C0B-9C64-814B76C82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8" name="Rectangle 25">
              <a:extLst>
                <a:ext uri="{FF2B5EF4-FFF2-40B4-BE49-F238E27FC236}">
                  <a16:creationId xmlns:a16="http://schemas.microsoft.com/office/drawing/2014/main" id="{CAFAA800-E117-4357-84E4-56B63EA03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9" name="Isosceles Triangle 48">
              <a:extLst>
                <a:ext uri="{FF2B5EF4-FFF2-40B4-BE49-F238E27FC236}">
                  <a16:creationId xmlns:a16="http://schemas.microsoft.com/office/drawing/2014/main" id="{8DDFC9F4-3B45-402D-8AD7-60B3F08E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50" name="Rectangle 27">
              <a:extLst>
                <a:ext uri="{FF2B5EF4-FFF2-40B4-BE49-F238E27FC236}">
                  <a16:creationId xmlns:a16="http://schemas.microsoft.com/office/drawing/2014/main" id="{F26A0854-FBE4-4587-B349-06BE192BD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51" name="Rectangle 28">
              <a:extLst>
                <a:ext uri="{FF2B5EF4-FFF2-40B4-BE49-F238E27FC236}">
                  <a16:creationId xmlns:a16="http://schemas.microsoft.com/office/drawing/2014/main" id="{54A9C4C6-FF7D-470E-BFCA-CE4F60A1F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52" name="Rectangle 29">
              <a:extLst>
                <a:ext uri="{FF2B5EF4-FFF2-40B4-BE49-F238E27FC236}">
                  <a16:creationId xmlns:a16="http://schemas.microsoft.com/office/drawing/2014/main" id="{B1721EA8-4871-45D4-B78F-AE805A300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53" name="Isosceles Triangle 52">
              <a:extLst>
                <a:ext uri="{FF2B5EF4-FFF2-40B4-BE49-F238E27FC236}">
                  <a16:creationId xmlns:a16="http://schemas.microsoft.com/office/drawing/2014/main" id="{E5763971-E3A3-45C6-9BA8-2E032C7A5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54" name="Isosceles Triangle 53">
              <a:extLst>
                <a:ext uri="{FF2B5EF4-FFF2-40B4-BE49-F238E27FC236}">
                  <a16:creationId xmlns:a16="http://schemas.microsoft.com/office/drawing/2014/main" id="{32752E94-0E01-4AF5-A43A-F2FAD8737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pic>
        <p:nvPicPr>
          <p:cNvPr id="39" name="Espaço Reservado para Conteúdo 38">
            <a:extLst>
              <a:ext uri="{FF2B5EF4-FFF2-40B4-BE49-F238E27FC236}">
                <a16:creationId xmlns:a16="http://schemas.microsoft.com/office/drawing/2014/main" id="{606236A0-CC71-FCE8-D23F-1D2C21F328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9555" r="12209" b="9092"/>
          <a:stretch>
            <a:fillRect/>
          </a:stretch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5050A64-79B0-2561-A717-B64014B24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544" y="2112515"/>
            <a:ext cx="4088190" cy="23690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b="1" dirty="0"/>
              <a:t>3. </a:t>
            </a:r>
            <a:r>
              <a:rPr lang="en-US" sz="4800" b="1" dirty="0" err="1"/>
              <a:t>Gestão</a:t>
            </a:r>
            <a:r>
              <a:rPr lang="en-US" sz="4800" b="1" dirty="0"/>
              <a:t> de </a:t>
            </a:r>
            <a:r>
              <a:rPr lang="en-US" sz="4800" b="1" dirty="0" err="1"/>
              <a:t>Configuração</a:t>
            </a:r>
            <a:r>
              <a:rPr lang="en-US" sz="4800" b="1" dirty="0"/>
              <a:t> de Software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57C1A16-B8AB-4D99-A195-A38F5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8A9B20B-D1DD-4573-B5EC-558029519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23">
            <a:extLst>
              <a:ext uri="{FF2B5EF4-FFF2-40B4-BE49-F238E27FC236}">
                <a16:creationId xmlns:a16="http://schemas.microsoft.com/office/drawing/2014/main" id="{66D61E08-70C3-48D8-BEA0-787111DC3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62" name="Rectangle 25">
            <a:extLst>
              <a:ext uri="{FF2B5EF4-FFF2-40B4-BE49-F238E27FC236}">
                <a16:creationId xmlns:a16="http://schemas.microsoft.com/office/drawing/2014/main" id="{FC55298F-0AE5-478E-AD2B-03C2614C5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64" name="Isosceles Triangle 24">
            <a:extLst>
              <a:ext uri="{FF2B5EF4-FFF2-40B4-BE49-F238E27FC236}">
                <a16:creationId xmlns:a16="http://schemas.microsoft.com/office/drawing/2014/main" id="{C180E4EA-0B63-4779-A895-7E90E7108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66" name="Rectangle 27">
            <a:extLst>
              <a:ext uri="{FF2B5EF4-FFF2-40B4-BE49-F238E27FC236}">
                <a16:creationId xmlns:a16="http://schemas.microsoft.com/office/drawing/2014/main" id="{CEE01D9D-3DE8-4EED-B0D3-8F3C79CC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68" name="Rectangle 28">
            <a:extLst>
              <a:ext uri="{FF2B5EF4-FFF2-40B4-BE49-F238E27FC236}">
                <a16:creationId xmlns:a16="http://schemas.microsoft.com/office/drawing/2014/main" id="{89AF5CE9-607F-43F4-8983-DCD6DA40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70" name="Rectangle 29">
            <a:extLst>
              <a:ext uri="{FF2B5EF4-FFF2-40B4-BE49-F238E27FC236}">
                <a16:creationId xmlns:a16="http://schemas.microsoft.com/office/drawing/2014/main" id="{6EEA2DBD-9E1E-4521-8C01-F32AD18A8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72" name="Isosceles Triangle 29">
            <a:extLst>
              <a:ext uri="{FF2B5EF4-FFF2-40B4-BE49-F238E27FC236}">
                <a16:creationId xmlns:a16="http://schemas.microsoft.com/office/drawing/2014/main" id="{15BBD2C1-BA9B-46A9-A27A-33498B16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802806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E81FF0-58EB-22A5-45B7-C53F8A414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DDE8DE2B-61C1-46D5-BEB8-521321C18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012C92A-B902-4B69-BDCF-CCA3021FCB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2BDBC14-42A0-4182-BFBA-0751F6350C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ctangle 23">
              <a:extLst>
                <a:ext uri="{FF2B5EF4-FFF2-40B4-BE49-F238E27FC236}">
                  <a16:creationId xmlns:a16="http://schemas.microsoft.com/office/drawing/2014/main" id="{902DC474-5BCC-4188-ACDC-AD63E6B18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3" name="Rectangle 25">
              <a:extLst>
                <a:ext uri="{FF2B5EF4-FFF2-40B4-BE49-F238E27FC236}">
                  <a16:creationId xmlns:a16="http://schemas.microsoft.com/office/drawing/2014/main" id="{7B427019-8592-4032-931B-4F27104C9D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4" name="Isosceles Triangle 43">
              <a:extLst>
                <a:ext uri="{FF2B5EF4-FFF2-40B4-BE49-F238E27FC236}">
                  <a16:creationId xmlns:a16="http://schemas.microsoft.com/office/drawing/2014/main" id="{1D6E2CEA-A5BB-4CF7-B907-AE4DBF6748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5" name="Rectangle 27">
              <a:extLst>
                <a:ext uri="{FF2B5EF4-FFF2-40B4-BE49-F238E27FC236}">
                  <a16:creationId xmlns:a16="http://schemas.microsoft.com/office/drawing/2014/main" id="{78D09D5A-29CC-4B32-9CE1-72E607558A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6" name="Rectangle 28">
              <a:extLst>
                <a:ext uri="{FF2B5EF4-FFF2-40B4-BE49-F238E27FC236}">
                  <a16:creationId xmlns:a16="http://schemas.microsoft.com/office/drawing/2014/main" id="{6DF3A3FC-950B-40B0-923D-0F0BC1A54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7" name="Rectangle 29">
              <a:extLst>
                <a:ext uri="{FF2B5EF4-FFF2-40B4-BE49-F238E27FC236}">
                  <a16:creationId xmlns:a16="http://schemas.microsoft.com/office/drawing/2014/main" id="{BCA0F2E1-CD3D-4521-9CCB-41A5CC6C5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id="{9BA4F16A-21DC-462A-AD37-0A93C8B79E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9" name="Isosceles Triangle 48">
              <a:extLst>
                <a:ext uri="{FF2B5EF4-FFF2-40B4-BE49-F238E27FC236}">
                  <a16:creationId xmlns:a16="http://schemas.microsoft.com/office/drawing/2014/main" id="{FB75EBDD-038D-4572-A372-114938295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21029ED5-F105-4DD2-99C8-1E4422817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D621E68-BF28-4A1C-B1A2-4E55E139E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BE8BBE4D-F0DF-49B9-B75A-99DAC53ACA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Rectangle 23">
              <a:extLst>
                <a:ext uri="{FF2B5EF4-FFF2-40B4-BE49-F238E27FC236}">
                  <a16:creationId xmlns:a16="http://schemas.microsoft.com/office/drawing/2014/main" id="{E0F07DDC-34A6-46A1-9DE9-2BBE2931A5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56" name="Rectangle 25">
              <a:extLst>
                <a:ext uri="{FF2B5EF4-FFF2-40B4-BE49-F238E27FC236}">
                  <a16:creationId xmlns:a16="http://schemas.microsoft.com/office/drawing/2014/main" id="{2CEB2BF9-B8DB-45B9-86EA-D197B5B1A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57" name="Isosceles Triangle 56">
              <a:extLst>
                <a:ext uri="{FF2B5EF4-FFF2-40B4-BE49-F238E27FC236}">
                  <a16:creationId xmlns:a16="http://schemas.microsoft.com/office/drawing/2014/main" id="{08B5BB34-3801-4E70-A981-FE007635E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58" name="Rectangle 27">
              <a:extLst>
                <a:ext uri="{FF2B5EF4-FFF2-40B4-BE49-F238E27FC236}">
                  <a16:creationId xmlns:a16="http://schemas.microsoft.com/office/drawing/2014/main" id="{38432A75-2CEB-463C-A8F2-ABB50A79F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59" name="Rectangle 28">
              <a:extLst>
                <a:ext uri="{FF2B5EF4-FFF2-40B4-BE49-F238E27FC236}">
                  <a16:creationId xmlns:a16="http://schemas.microsoft.com/office/drawing/2014/main" id="{E7E850B8-C050-4597-8BEB-113FEC9A2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0" name="Rectangle 29">
              <a:extLst>
                <a:ext uri="{FF2B5EF4-FFF2-40B4-BE49-F238E27FC236}">
                  <a16:creationId xmlns:a16="http://schemas.microsoft.com/office/drawing/2014/main" id="{24ACC798-9CEC-4B6F-A8DD-F8E6FCCCF1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" name="Isosceles Triangle 60">
              <a:extLst>
                <a:ext uri="{FF2B5EF4-FFF2-40B4-BE49-F238E27FC236}">
                  <a16:creationId xmlns:a16="http://schemas.microsoft.com/office/drawing/2014/main" id="{1D58A8C6-1294-4CD9-89BC-F1E981A52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2" name="Isosceles Triangle 61">
              <a:extLst>
                <a:ext uri="{FF2B5EF4-FFF2-40B4-BE49-F238E27FC236}">
                  <a16:creationId xmlns:a16="http://schemas.microsoft.com/office/drawing/2014/main" id="{F32F2ED6-6143-46C4-A641-72D42732B6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64" name="Rectangle 63">
            <a:extLst>
              <a:ext uri="{FF2B5EF4-FFF2-40B4-BE49-F238E27FC236}">
                <a16:creationId xmlns:a16="http://schemas.microsoft.com/office/drawing/2014/main" id="{5C9652B3-A450-4ED6-8FBF-F536BA60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54ED42D-5B9E-C2DF-8AE9-2FBCA64632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476" r="1" b="15467"/>
          <a:stretch>
            <a:fillRect/>
          </a:stretch>
        </p:blipFill>
        <p:spPr>
          <a:xfrm>
            <a:off x="568452" y="571500"/>
            <a:ext cx="11055096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485658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3376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33042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4631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6597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5488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655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821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C0AD39-0C59-1AB7-00A0-1148E367F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355" y="836954"/>
            <a:ext cx="3843375" cy="5175624"/>
          </a:xfrm>
        </p:spPr>
        <p:txBody>
          <a:bodyPr anchor="ctr">
            <a:normAutofit/>
          </a:bodyPr>
          <a:lstStyle/>
          <a:p>
            <a:r>
              <a:rPr lang="pt-BR" sz="4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4. Métricas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154" y="-8467"/>
            <a:ext cx="7109846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29C9A3-7757-2CAA-226D-0068394AD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6084" y="609601"/>
            <a:ext cx="5511296" cy="51756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Conforme acordado em sala, a etapa 4 - Métricas não é necessária para o projeto final. Porém, por motivos de organização, criamos esta pasta.</a:t>
            </a:r>
          </a:p>
          <a:p>
            <a:endParaRPr lang="pt-BR" dirty="0"/>
          </a:p>
          <a:p>
            <a:r>
              <a:rPr lang="pt-BR" dirty="0"/>
              <a:t>ᕕ( ᐛ )ᕗ</a:t>
            </a:r>
          </a:p>
        </p:txBody>
      </p:sp>
    </p:spTree>
    <p:extLst>
      <p:ext uri="{BB962C8B-B14F-4D97-AF65-F5344CB8AC3E}">
        <p14:creationId xmlns:p14="http://schemas.microsoft.com/office/powerpoint/2010/main" val="13170875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88C9B83F-64CD-41C1-925F-A08801F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1655065-0BD7-4422-BEC0-4401E9980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5">
              <a:extLst>
                <a:ext uri="{FF2B5EF4-FFF2-40B4-BE49-F238E27FC236}">
                  <a16:creationId xmlns:a16="http://schemas.microsoft.com/office/drawing/2014/main" id="{4DDD90AC-ABEC-4A76-9C9C-AD0A5F8FC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3">
              <a:extLst>
                <a:ext uri="{FF2B5EF4-FFF2-40B4-BE49-F238E27FC236}">
                  <a16:creationId xmlns:a16="http://schemas.microsoft.com/office/drawing/2014/main" id="{21A8AFEF-EC50-4C0B-9C64-814B76C82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2" name="Rectangle 25">
              <a:extLst>
                <a:ext uri="{FF2B5EF4-FFF2-40B4-BE49-F238E27FC236}">
                  <a16:creationId xmlns:a16="http://schemas.microsoft.com/office/drawing/2014/main" id="{CAFAA800-E117-4357-84E4-56B63EA03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8DDFC9F4-3B45-402D-8AD7-60B3F08E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5" name="Rectangle 27">
              <a:extLst>
                <a:ext uri="{FF2B5EF4-FFF2-40B4-BE49-F238E27FC236}">
                  <a16:creationId xmlns:a16="http://schemas.microsoft.com/office/drawing/2014/main" id="{F26A0854-FBE4-4587-B349-06BE192BD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Rectangle 28">
              <a:extLst>
                <a:ext uri="{FF2B5EF4-FFF2-40B4-BE49-F238E27FC236}">
                  <a16:creationId xmlns:a16="http://schemas.microsoft.com/office/drawing/2014/main" id="{54A9C4C6-FF7D-470E-BFCA-CE4F60A1F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7" name="Rectangle 29">
              <a:extLst>
                <a:ext uri="{FF2B5EF4-FFF2-40B4-BE49-F238E27FC236}">
                  <a16:creationId xmlns:a16="http://schemas.microsoft.com/office/drawing/2014/main" id="{B1721EA8-4871-45D4-B78F-AE805A300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E5763971-E3A3-45C6-9BA8-2E032C7A5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9" name="Isosceles Triangle 33">
              <a:extLst>
                <a:ext uri="{FF2B5EF4-FFF2-40B4-BE49-F238E27FC236}">
                  <a16:creationId xmlns:a16="http://schemas.microsoft.com/office/drawing/2014/main" id="{32752E94-0E01-4AF5-A43A-F2FAD8737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pic>
        <p:nvPicPr>
          <p:cNvPr id="7" name="Espaço Reservado para Conteúdo 6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4C6C5111-B8DA-E8B3-5960-95EAD30E70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5398" r="11739" b="3334"/>
          <a:stretch>
            <a:fillRect/>
          </a:stretch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CD01048-7D26-9717-E640-C99CFE02E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867" y="1678666"/>
            <a:ext cx="4088190" cy="23690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b="1" dirty="0"/>
              <a:t>5. SCRUM</a:t>
            </a:r>
          </a:p>
        </p:txBody>
      </p:sp>
      <p:cxnSp>
        <p:nvCxnSpPr>
          <p:cNvPr id="41" name="Straight Connector 35">
            <a:extLst>
              <a:ext uri="{FF2B5EF4-FFF2-40B4-BE49-F238E27FC236}">
                <a16:creationId xmlns:a16="http://schemas.microsoft.com/office/drawing/2014/main" id="{A57C1A16-B8AB-4D99-A195-A38F5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37">
            <a:extLst>
              <a:ext uri="{FF2B5EF4-FFF2-40B4-BE49-F238E27FC236}">
                <a16:creationId xmlns:a16="http://schemas.microsoft.com/office/drawing/2014/main" id="{F8A9B20B-D1DD-4573-B5EC-558029519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23">
            <a:extLst>
              <a:ext uri="{FF2B5EF4-FFF2-40B4-BE49-F238E27FC236}">
                <a16:creationId xmlns:a16="http://schemas.microsoft.com/office/drawing/2014/main" id="{66D61E08-70C3-48D8-BEA0-787111DC3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47" name="Rectangle 25">
            <a:extLst>
              <a:ext uri="{FF2B5EF4-FFF2-40B4-BE49-F238E27FC236}">
                <a16:creationId xmlns:a16="http://schemas.microsoft.com/office/drawing/2014/main" id="{FC55298F-0AE5-478E-AD2B-03C2614C5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44" name="Isosceles Triangle 24">
            <a:extLst>
              <a:ext uri="{FF2B5EF4-FFF2-40B4-BE49-F238E27FC236}">
                <a16:creationId xmlns:a16="http://schemas.microsoft.com/office/drawing/2014/main" id="{C180E4EA-0B63-4779-A895-7E90E7108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46" name="Rectangle 27">
            <a:extLst>
              <a:ext uri="{FF2B5EF4-FFF2-40B4-BE49-F238E27FC236}">
                <a16:creationId xmlns:a16="http://schemas.microsoft.com/office/drawing/2014/main" id="{CEE01D9D-3DE8-4EED-B0D3-8F3C79CC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48" name="Rectangle 28">
            <a:extLst>
              <a:ext uri="{FF2B5EF4-FFF2-40B4-BE49-F238E27FC236}">
                <a16:creationId xmlns:a16="http://schemas.microsoft.com/office/drawing/2014/main" id="{89AF5CE9-607F-43F4-8983-DCD6DA40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50" name="Rectangle 29">
            <a:extLst>
              <a:ext uri="{FF2B5EF4-FFF2-40B4-BE49-F238E27FC236}">
                <a16:creationId xmlns:a16="http://schemas.microsoft.com/office/drawing/2014/main" id="{6EEA2DBD-9E1E-4521-8C01-F32AD18A8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52" name="Isosceles Triangle 29">
            <a:extLst>
              <a:ext uri="{FF2B5EF4-FFF2-40B4-BE49-F238E27FC236}">
                <a16:creationId xmlns:a16="http://schemas.microsoft.com/office/drawing/2014/main" id="{15BBD2C1-BA9B-46A9-A27A-33498B16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114371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342C45-2A31-3F70-6494-1A54A06D5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3">
            <a:extLst>
              <a:ext uri="{FF2B5EF4-FFF2-40B4-BE49-F238E27FC236}">
                <a16:creationId xmlns:a16="http://schemas.microsoft.com/office/drawing/2014/main" id="{609316A9-990D-4EC3-A671-70EE5C149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B0C6109-9159-49CA-AD7A-F9035539D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86F14F5-308C-4EB6-87AB-05DE9501B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3">
              <a:extLst>
                <a:ext uri="{FF2B5EF4-FFF2-40B4-BE49-F238E27FC236}">
                  <a16:creationId xmlns:a16="http://schemas.microsoft.com/office/drawing/2014/main" id="{BA032363-A188-47C5-9D59-9B788809D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5">
              <a:extLst>
                <a:ext uri="{FF2B5EF4-FFF2-40B4-BE49-F238E27FC236}">
                  <a16:creationId xmlns:a16="http://schemas.microsoft.com/office/drawing/2014/main" id="{2C4077DF-6BB9-4069-AD28-6B1664EBB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1D2B8B50-3419-41ED-9A9F-3CF9EEB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7">
              <a:extLst>
                <a:ext uri="{FF2B5EF4-FFF2-40B4-BE49-F238E27FC236}">
                  <a16:creationId xmlns:a16="http://schemas.microsoft.com/office/drawing/2014/main" id="{5C640498-2E73-4FA2-BEB6-C3596A458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Rectangle 28">
              <a:extLst>
                <a:ext uri="{FF2B5EF4-FFF2-40B4-BE49-F238E27FC236}">
                  <a16:creationId xmlns:a16="http://schemas.microsoft.com/office/drawing/2014/main" id="{3240EEFC-4112-4C39-A816-C815774F6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2" name="Rectangle 29">
              <a:extLst>
                <a:ext uri="{FF2B5EF4-FFF2-40B4-BE49-F238E27FC236}">
                  <a16:creationId xmlns:a16="http://schemas.microsoft.com/office/drawing/2014/main" id="{ADF362B0-03EA-4800-9FAA-9F128587E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0BA84559-2F4C-4795-9246-4C563F942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FA77A1AA-CA47-4A91-A0A1-0A8CE31A9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2" name="Rectangle 35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37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1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2" name="Isosceles Triangle 41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3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4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5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7" name="Isosceles Triangle 46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35" name="Rectangle 48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Espaço Reservado para Conteúdo 6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2020AE75-A2B9-E33F-B9CF-5DF8F6AC8C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197" t="4889" r="7303" b="9003"/>
          <a:stretch>
            <a:fillRect/>
          </a:stretch>
        </p:blipFill>
        <p:spPr>
          <a:xfrm>
            <a:off x="2137276" y="883769"/>
            <a:ext cx="7914399" cy="5081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715320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DE8DE2B-61C1-46D5-BEB8-521321C18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012C92A-B902-4B69-BDCF-CCA3021FCB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2BDBC14-42A0-4182-BFBA-0751F6350C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902DC474-5BCC-4188-ACDC-AD63E6B18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7B427019-8592-4032-931B-4F27104C9D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1D6E2CEA-A5BB-4CF7-B907-AE4DBF6748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78D09D5A-29CC-4B32-9CE1-72E607558A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6DF3A3FC-950B-40B0-923D-0F0BC1A54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BCA0F2E1-CD3D-4521-9CCB-41A5CC6C5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9BA4F16A-21DC-462A-AD37-0A93C8B79E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FB75EBDD-038D-4572-A372-114938295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21029ED5-F105-4DD2-99C8-1E4422817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621E68-BF28-4A1C-B1A2-4E55E139E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E8BBE4D-F0DF-49B9-B75A-99DAC53ACA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E0F07DDC-34A6-46A1-9DE9-2BBE2931A5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CEB2BF9-B8DB-45B9-86EA-D197B5B1A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08B5BB34-3801-4E70-A981-FE007635E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8432A75-2CEB-463C-A8F2-ABB50A79F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7E850B8-C050-4597-8BEB-113FEC9A2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4ACC798-9CEC-4B6F-A8DD-F8E6FCCCF1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1D58A8C6-1294-4CD9-89BC-F1E981A52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32F2ED6-6143-46C4-A641-72D42732B6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5C9652B3-A450-4ED6-8FBF-F536BA60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Espaço Reservado para Conteúdo 3" descr="Tabela&#10;&#10;O conteúdo gerado por IA pode estar incorreto.">
            <a:extLst>
              <a:ext uri="{FF2B5EF4-FFF2-40B4-BE49-F238E27FC236}">
                <a16:creationId xmlns:a16="http://schemas.microsoft.com/office/drawing/2014/main" id="{4652EF45-F4C6-C8FE-E811-45E8C3986E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4519" r="13908"/>
          <a:stretch>
            <a:fillRect/>
          </a:stretch>
        </p:blipFill>
        <p:spPr>
          <a:xfrm>
            <a:off x="568452" y="571500"/>
            <a:ext cx="11055096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365803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09316A9-990D-4EC3-A671-70EE5C149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B0C6109-9159-49CA-AD7A-F9035539D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86F14F5-308C-4EB6-87AB-05DE9501B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BA032363-A188-47C5-9D59-9B788809D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2C4077DF-6BB9-4069-AD28-6B1664EBB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1D2B8B50-3419-41ED-9A9F-3CF9EEB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5C640498-2E73-4FA2-BEB6-C3596A458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3240EEFC-4112-4C39-A816-C815774F6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ADF362B0-03EA-4800-9FAA-9F128587E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0BA84559-2F4C-4795-9246-4C563F942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FA77A1AA-CA47-4A91-A0A1-0A8CE31A9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Espaço Reservado para Conteúdo 3" descr="Tabela&#10;&#10;O conteúdo gerado por IA pode estar incorreto.">
            <a:extLst>
              <a:ext uri="{FF2B5EF4-FFF2-40B4-BE49-F238E27FC236}">
                <a16:creationId xmlns:a16="http://schemas.microsoft.com/office/drawing/2014/main" id="{ACBEA637-98C7-A86A-BCD2-07D6F252B8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9002" y="1235524"/>
            <a:ext cx="11222813" cy="4715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543334"/>
      </p:ext>
    </p:extLst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8">
            <a:extLst>
              <a:ext uri="{FF2B5EF4-FFF2-40B4-BE49-F238E27FC236}">
                <a16:creationId xmlns:a16="http://schemas.microsoft.com/office/drawing/2014/main" id="{DDE8DE2B-61C1-46D5-BEB8-521321C18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012C92A-B902-4B69-BDCF-CCA3021FCB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2BDBC14-42A0-4182-BFBA-0751F6350C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23">
              <a:extLst>
                <a:ext uri="{FF2B5EF4-FFF2-40B4-BE49-F238E27FC236}">
                  <a16:creationId xmlns:a16="http://schemas.microsoft.com/office/drawing/2014/main" id="{902DC474-5BCC-4188-ACDC-AD63E6B18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8" name="Rectangle 25">
              <a:extLst>
                <a:ext uri="{FF2B5EF4-FFF2-40B4-BE49-F238E27FC236}">
                  <a16:creationId xmlns:a16="http://schemas.microsoft.com/office/drawing/2014/main" id="{7B427019-8592-4032-931B-4F27104C9D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0" name="Isosceles Triangle 13">
              <a:extLst>
                <a:ext uri="{FF2B5EF4-FFF2-40B4-BE49-F238E27FC236}">
                  <a16:creationId xmlns:a16="http://schemas.microsoft.com/office/drawing/2014/main" id="{1D6E2CEA-A5BB-4CF7-B907-AE4DBF6748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2" name="Rectangle 27">
              <a:extLst>
                <a:ext uri="{FF2B5EF4-FFF2-40B4-BE49-F238E27FC236}">
                  <a16:creationId xmlns:a16="http://schemas.microsoft.com/office/drawing/2014/main" id="{78D09D5A-29CC-4B32-9CE1-72E607558A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3" name="Rectangle 28">
              <a:extLst>
                <a:ext uri="{FF2B5EF4-FFF2-40B4-BE49-F238E27FC236}">
                  <a16:creationId xmlns:a16="http://schemas.microsoft.com/office/drawing/2014/main" id="{6DF3A3FC-950B-40B0-923D-0F0BC1A54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5" name="Rectangle 29">
              <a:extLst>
                <a:ext uri="{FF2B5EF4-FFF2-40B4-BE49-F238E27FC236}">
                  <a16:creationId xmlns:a16="http://schemas.microsoft.com/office/drawing/2014/main" id="{BCA0F2E1-CD3D-4521-9CCB-41A5CC6C5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6" name="Isosceles Triangle 17">
              <a:extLst>
                <a:ext uri="{FF2B5EF4-FFF2-40B4-BE49-F238E27FC236}">
                  <a16:creationId xmlns:a16="http://schemas.microsoft.com/office/drawing/2014/main" id="{9BA4F16A-21DC-462A-AD37-0A93C8B79E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7" name="Isosceles Triangle 18">
              <a:extLst>
                <a:ext uri="{FF2B5EF4-FFF2-40B4-BE49-F238E27FC236}">
                  <a16:creationId xmlns:a16="http://schemas.microsoft.com/office/drawing/2014/main" id="{FB75EBDD-038D-4572-A372-114938295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38" name="Rectangle 20">
            <a:extLst>
              <a:ext uri="{FF2B5EF4-FFF2-40B4-BE49-F238E27FC236}">
                <a16:creationId xmlns:a16="http://schemas.microsoft.com/office/drawing/2014/main" id="{21029ED5-F105-4DD2-99C8-1E4422817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22">
            <a:extLst>
              <a:ext uri="{FF2B5EF4-FFF2-40B4-BE49-F238E27FC236}">
                <a16:creationId xmlns:a16="http://schemas.microsoft.com/office/drawing/2014/main" id="{2D621E68-BF28-4A1C-B1A2-4E55E139E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E8BBE4D-F0DF-49B9-B75A-99DAC53ACA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23">
              <a:extLst>
                <a:ext uri="{FF2B5EF4-FFF2-40B4-BE49-F238E27FC236}">
                  <a16:creationId xmlns:a16="http://schemas.microsoft.com/office/drawing/2014/main" id="{E0F07DDC-34A6-46A1-9DE9-2BBE2931A5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1" name="Rectangle 25">
              <a:extLst>
                <a:ext uri="{FF2B5EF4-FFF2-40B4-BE49-F238E27FC236}">
                  <a16:creationId xmlns:a16="http://schemas.microsoft.com/office/drawing/2014/main" id="{2CEB2BF9-B8DB-45B9-86EA-D197B5B1A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2" name="Isosceles Triangle 26">
              <a:extLst>
                <a:ext uri="{FF2B5EF4-FFF2-40B4-BE49-F238E27FC236}">
                  <a16:creationId xmlns:a16="http://schemas.microsoft.com/office/drawing/2014/main" id="{08B5BB34-3801-4E70-A981-FE007635E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3" name="Rectangle 27">
              <a:extLst>
                <a:ext uri="{FF2B5EF4-FFF2-40B4-BE49-F238E27FC236}">
                  <a16:creationId xmlns:a16="http://schemas.microsoft.com/office/drawing/2014/main" id="{38432A75-2CEB-463C-A8F2-ABB50A79F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4" name="Rectangle 28">
              <a:extLst>
                <a:ext uri="{FF2B5EF4-FFF2-40B4-BE49-F238E27FC236}">
                  <a16:creationId xmlns:a16="http://schemas.microsoft.com/office/drawing/2014/main" id="{E7E850B8-C050-4597-8BEB-113FEC9A2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5" name="Rectangle 29">
              <a:extLst>
                <a:ext uri="{FF2B5EF4-FFF2-40B4-BE49-F238E27FC236}">
                  <a16:creationId xmlns:a16="http://schemas.microsoft.com/office/drawing/2014/main" id="{24ACC798-9CEC-4B6F-A8DD-F8E6FCCCF1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6" name="Isosceles Triangle 30">
              <a:extLst>
                <a:ext uri="{FF2B5EF4-FFF2-40B4-BE49-F238E27FC236}">
                  <a16:creationId xmlns:a16="http://schemas.microsoft.com/office/drawing/2014/main" id="{1D58A8C6-1294-4CD9-89BC-F1E981A52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7" name="Isosceles Triangle 31">
              <a:extLst>
                <a:ext uri="{FF2B5EF4-FFF2-40B4-BE49-F238E27FC236}">
                  <a16:creationId xmlns:a16="http://schemas.microsoft.com/office/drawing/2014/main" id="{F32F2ED6-6143-46C4-A641-72D42732B6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48" name="Rectangle 33">
            <a:extLst>
              <a:ext uri="{FF2B5EF4-FFF2-40B4-BE49-F238E27FC236}">
                <a16:creationId xmlns:a16="http://schemas.microsoft.com/office/drawing/2014/main" id="{5C9652B3-A450-4ED6-8FBF-F536BA60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3E8E9DA1-E16E-11A8-4C7D-182A9562CE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01" r="309"/>
          <a:stretch>
            <a:fillRect/>
          </a:stretch>
        </p:blipFill>
        <p:spPr>
          <a:xfrm>
            <a:off x="529569" y="938230"/>
            <a:ext cx="11132861" cy="5303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794790"/>
      </p:ext>
    </p:extLst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7" name="Group 5126">
            <a:extLst>
              <a:ext uri="{FF2B5EF4-FFF2-40B4-BE49-F238E27FC236}">
                <a16:creationId xmlns:a16="http://schemas.microsoft.com/office/drawing/2014/main" id="{88C9B83F-64CD-41C1-925F-A08801F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5128" name="Straight Connector 5127">
              <a:extLst>
                <a:ext uri="{FF2B5EF4-FFF2-40B4-BE49-F238E27FC236}">
                  <a16:creationId xmlns:a16="http://schemas.microsoft.com/office/drawing/2014/main" id="{E1655065-0BD7-4422-BEC0-4401E9980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9" name="Straight Connector 5128">
              <a:extLst>
                <a:ext uri="{FF2B5EF4-FFF2-40B4-BE49-F238E27FC236}">
                  <a16:creationId xmlns:a16="http://schemas.microsoft.com/office/drawing/2014/main" id="{4DDD90AC-ABEC-4A76-9C9C-AD0A5F8FC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30" name="Rectangle 23">
              <a:extLst>
                <a:ext uri="{FF2B5EF4-FFF2-40B4-BE49-F238E27FC236}">
                  <a16:creationId xmlns:a16="http://schemas.microsoft.com/office/drawing/2014/main" id="{21A8AFEF-EC50-4C0B-9C64-814B76C82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5131" name="Rectangle 25">
              <a:extLst>
                <a:ext uri="{FF2B5EF4-FFF2-40B4-BE49-F238E27FC236}">
                  <a16:creationId xmlns:a16="http://schemas.microsoft.com/office/drawing/2014/main" id="{CAFAA800-E117-4357-84E4-56B63EA03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5132" name="Isosceles Triangle 5131">
              <a:extLst>
                <a:ext uri="{FF2B5EF4-FFF2-40B4-BE49-F238E27FC236}">
                  <a16:creationId xmlns:a16="http://schemas.microsoft.com/office/drawing/2014/main" id="{8DDFC9F4-3B45-402D-8AD7-60B3F08E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5133" name="Rectangle 27">
              <a:extLst>
                <a:ext uri="{FF2B5EF4-FFF2-40B4-BE49-F238E27FC236}">
                  <a16:creationId xmlns:a16="http://schemas.microsoft.com/office/drawing/2014/main" id="{F26A0854-FBE4-4587-B349-06BE192BD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5134" name="Rectangle 28">
              <a:extLst>
                <a:ext uri="{FF2B5EF4-FFF2-40B4-BE49-F238E27FC236}">
                  <a16:creationId xmlns:a16="http://schemas.microsoft.com/office/drawing/2014/main" id="{54A9C4C6-FF7D-470E-BFCA-CE4F60A1F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5135" name="Rectangle 29">
              <a:extLst>
                <a:ext uri="{FF2B5EF4-FFF2-40B4-BE49-F238E27FC236}">
                  <a16:creationId xmlns:a16="http://schemas.microsoft.com/office/drawing/2014/main" id="{B1721EA8-4871-45D4-B78F-AE805A300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5136" name="Isosceles Triangle 5135">
              <a:extLst>
                <a:ext uri="{FF2B5EF4-FFF2-40B4-BE49-F238E27FC236}">
                  <a16:creationId xmlns:a16="http://schemas.microsoft.com/office/drawing/2014/main" id="{E5763971-E3A3-45C6-9BA8-2E032C7A5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5137" name="Isosceles Triangle 5136">
              <a:extLst>
                <a:ext uri="{FF2B5EF4-FFF2-40B4-BE49-F238E27FC236}">
                  <a16:creationId xmlns:a16="http://schemas.microsoft.com/office/drawing/2014/main" id="{32752E94-0E01-4AF5-A43A-F2FAD8737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pic>
        <p:nvPicPr>
          <p:cNvPr id="5122" name="Picture 2">
            <a:extLst>
              <a:ext uri="{FF2B5EF4-FFF2-40B4-BE49-F238E27FC236}">
                <a16:creationId xmlns:a16="http://schemas.microsoft.com/office/drawing/2014/main" id="{E34C2084-1CAC-A2E6-91FD-BD6ED5F775E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8" t="22446" r="5365"/>
          <a:stretch>
            <a:fillRect/>
          </a:stretch>
        </p:blipFill>
        <p:spPr bwMode="auto"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04CF24B-59B4-489C-3320-158EDC71A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867" y="1678666"/>
            <a:ext cx="4088190" cy="23690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/>
              <a:t>6. </a:t>
            </a:r>
            <a:r>
              <a:rPr lang="en-US" sz="4800" b="1"/>
              <a:t>Projeto</a:t>
            </a:r>
          </a:p>
        </p:txBody>
      </p:sp>
      <p:cxnSp>
        <p:nvCxnSpPr>
          <p:cNvPr id="5139" name="Straight Connector 5138">
            <a:extLst>
              <a:ext uri="{FF2B5EF4-FFF2-40B4-BE49-F238E27FC236}">
                <a16:creationId xmlns:a16="http://schemas.microsoft.com/office/drawing/2014/main" id="{A57C1A16-B8AB-4D99-A195-A38F5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1" name="Straight Connector 5140">
            <a:extLst>
              <a:ext uri="{FF2B5EF4-FFF2-40B4-BE49-F238E27FC236}">
                <a16:creationId xmlns:a16="http://schemas.microsoft.com/office/drawing/2014/main" id="{F8A9B20B-D1DD-4573-B5EC-558029519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43" name="Rectangle 23">
            <a:extLst>
              <a:ext uri="{FF2B5EF4-FFF2-40B4-BE49-F238E27FC236}">
                <a16:creationId xmlns:a16="http://schemas.microsoft.com/office/drawing/2014/main" id="{66D61E08-70C3-48D8-BEA0-787111DC3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5145" name="Rectangle 25">
            <a:extLst>
              <a:ext uri="{FF2B5EF4-FFF2-40B4-BE49-F238E27FC236}">
                <a16:creationId xmlns:a16="http://schemas.microsoft.com/office/drawing/2014/main" id="{FC55298F-0AE5-478E-AD2B-03C2614C5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5147" name="Isosceles Triangle 24">
            <a:extLst>
              <a:ext uri="{FF2B5EF4-FFF2-40B4-BE49-F238E27FC236}">
                <a16:creationId xmlns:a16="http://schemas.microsoft.com/office/drawing/2014/main" id="{C180E4EA-0B63-4779-A895-7E90E7108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5149" name="Rectangle 27">
            <a:extLst>
              <a:ext uri="{FF2B5EF4-FFF2-40B4-BE49-F238E27FC236}">
                <a16:creationId xmlns:a16="http://schemas.microsoft.com/office/drawing/2014/main" id="{CEE01D9D-3DE8-4EED-B0D3-8F3C79CC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5151" name="Rectangle 28">
            <a:extLst>
              <a:ext uri="{FF2B5EF4-FFF2-40B4-BE49-F238E27FC236}">
                <a16:creationId xmlns:a16="http://schemas.microsoft.com/office/drawing/2014/main" id="{89AF5CE9-607F-43F4-8983-DCD6DA40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5153" name="Rectangle 29">
            <a:extLst>
              <a:ext uri="{FF2B5EF4-FFF2-40B4-BE49-F238E27FC236}">
                <a16:creationId xmlns:a16="http://schemas.microsoft.com/office/drawing/2014/main" id="{6EEA2DBD-9E1E-4521-8C01-F32AD18A8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5155" name="Isosceles Triangle 29">
            <a:extLst>
              <a:ext uri="{FF2B5EF4-FFF2-40B4-BE49-F238E27FC236}">
                <a16:creationId xmlns:a16="http://schemas.microsoft.com/office/drawing/2014/main" id="{15BBD2C1-BA9B-46A9-A27A-33498B16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103857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27E2FD-B1CA-38B5-5EE9-09B300514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1" name="Group 6150">
            <a:extLst>
              <a:ext uri="{FF2B5EF4-FFF2-40B4-BE49-F238E27FC236}">
                <a16:creationId xmlns:a16="http://schemas.microsoft.com/office/drawing/2014/main" id="{609316A9-990D-4EC3-A671-70EE5C149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6152" name="Straight Connector 6151">
              <a:extLst>
                <a:ext uri="{FF2B5EF4-FFF2-40B4-BE49-F238E27FC236}">
                  <a16:creationId xmlns:a16="http://schemas.microsoft.com/office/drawing/2014/main" id="{9B0C6109-9159-49CA-AD7A-F9035539D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3" name="Straight Connector 6152">
              <a:extLst>
                <a:ext uri="{FF2B5EF4-FFF2-40B4-BE49-F238E27FC236}">
                  <a16:creationId xmlns:a16="http://schemas.microsoft.com/office/drawing/2014/main" id="{686F14F5-308C-4EB6-87AB-05DE9501B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54" name="Rectangle 23">
              <a:extLst>
                <a:ext uri="{FF2B5EF4-FFF2-40B4-BE49-F238E27FC236}">
                  <a16:creationId xmlns:a16="http://schemas.microsoft.com/office/drawing/2014/main" id="{BA032363-A188-47C5-9D59-9B788809D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55" name="Rectangle 25">
              <a:extLst>
                <a:ext uri="{FF2B5EF4-FFF2-40B4-BE49-F238E27FC236}">
                  <a16:creationId xmlns:a16="http://schemas.microsoft.com/office/drawing/2014/main" id="{2C4077DF-6BB9-4069-AD28-6B1664EBB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56" name="Isosceles Triangle 6155">
              <a:extLst>
                <a:ext uri="{FF2B5EF4-FFF2-40B4-BE49-F238E27FC236}">
                  <a16:creationId xmlns:a16="http://schemas.microsoft.com/office/drawing/2014/main" id="{1D2B8B50-3419-41ED-9A9F-3CF9EEB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57" name="Rectangle 27">
              <a:extLst>
                <a:ext uri="{FF2B5EF4-FFF2-40B4-BE49-F238E27FC236}">
                  <a16:creationId xmlns:a16="http://schemas.microsoft.com/office/drawing/2014/main" id="{5C640498-2E73-4FA2-BEB6-C3596A458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58" name="Rectangle 28">
              <a:extLst>
                <a:ext uri="{FF2B5EF4-FFF2-40B4-BE49-F238E27FC236}">
                  <a16:creationId xmlns:a16="http://schemas.microsoft.com/office/drawing/2014/main" id="{3240EEFC-4112-4C39-A816-C815774F6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59" name="Rectangle 29">
              <a:extLst>
                <a:ext uri="{FF2B5EF4-FFF2-40B4-BE49-F238E27FC236}">
                  <a16:creationId xmlns:a16="http://schemas.microsoft.com/office/drawing/2014/main" id="{ADF362B0-03EA-4800-9FAA-9F128587E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60" name="Isosceles Triangle 6159">
              <a:extLst>
                <a:ext uri="{FF2B5EF4-FFF2-40B4-BE49-F238E27FC236}">
                  <a16:creationId xmlns:a16="http://schemas.microsoft.com/office/drawing/2014/main" id="{0BA84559-2F4C-4795-9246-4C563F942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61" name="Isosceles Triangle 6160">
              <a:extLst>
                <a:ext uri="{FF2B5EF4-FFF2-40B4-BE49-F238E27FC236}">
                  <a16:creationId xmlns:a16="http://schemas.microsoft.com/office/drawing/2014/main" id="{FA77A1AA-CA47-4A91-A0A1-0A8CE31A9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6163" name="Rectangle 6162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165" name="Group 6164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6166" name="Straight Connector 6165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67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68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69" name="Isosceles Triangle 6168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70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71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72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73" name="Isosceles Triangle 6172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74" name="Isosceles Triangle 6173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6176" name="Rectangle 6175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12035D3-8568-6BF7-52E4-4187134F7D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36" t="2329" r="26416" b="63400"/>
          <a:stretch>
            <a:fillRect/>
          </a:stretch>
        </p:blipFill>
        <p:spPr bwMode="auto">
          <a:xfrm>
            <a:off x="3814618" y="1340327"/>
            <a:ext cx="4559713" cy="4168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DD4066C6-639C-DC1B-728B-E2CC66F00D9B}"/>
              </a:ext>
            </a:extLst>
          </p:cNvPr>
          <p:cNvSpPr txBox="1"/>
          <p:nvPr/>
        </p:nvSpPr>
        <p:spPr>
          <a:xfrm>
            <a:off x="3641327" y="643596"/>
            <a:ext cx="4906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accent2"/>
                </a:solidFill>
                <a:latin typeface="+mj-lt"/>
              </a:rPr>
              <a:t>Diagrama de máquina de estado</a:t>
            </a:r>
          </a:p>
        </p:txBody>
      </p:sp>
    </p:spTree>
    <p:extLst>
      <p:ext uri="{BB962C8B-B14F-4D97-AF65-F5344CB8AC3E}">
        <p14:creationId xmlns:p14="http://schemas.microsoft.com/office/powerpoint/2010/main" val="1411236763"/>
      </p:ext>
    </p:extLst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74FEB0-DBA3-FA13-BFAE-1C737BEE7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1" name="Group 6150">
            <a:extLst>
              <a:ext uri="{FF2B5EF4-FFF2-40B4-BE49-F238E27FC236}">
                <a16:creationId xmlns:a16="http://schemas.microsoft.com/office/drawing/2014/main" id="{4DB5DD96-F2F0-D6C1-BDE6-3F7F68146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6152" name="Straight Connector 6151">
              <a:extLst>
                <a:ext uri="{FF2B5EF4-FFF2-40B4-BE49-F238E27FC236}">
                  <a16:creationId xmlns:a16="http://schemas.microsoft.com/office/drawing/2014/main" id="{D551B87C-0AD9-6290-7A9F-86675F205B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3" name="Straight Connector 6152">
              <a:extLst>
                <a:ext uri="{FF2B5EF4-FFF2-40B4-BE49-F238E27FC236}">
                  <a16:creationId xmlns:a16="http://schemas.microsoft.com/office/drawing/2014/main" id="{23B3AE72-0256-34BE-1C23-07399ADC26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54" name="Rectangle 23">
              <a:extLst>
                <a:ext uri="{FF2B5EF4-FFF2-40B4-BE49-F238E27FC236}">
                  <a16:creationId xmlns:a16="http://schemas.microsoft.com/office/drawing/2014/main" id="{367488EC-9325-188E-A061-E77BA7AF3B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55" name="Rectangle 25">
              <a:extLst>
                <a:ext uri="{FF2B5EF4-FFF2-40B4-BE49-F238E27FC236}">
                  <a16:creationId xmlns:a16="http://schemas.microsoft.com/office/drawing/2014/main" id="{247659BD-8051-ECB1-B2F7-423CC15DD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56" name="Isosceles Triangle 6155">
              <a:extLst>
                <a:ext uri="{FF2B5EF4-FFF2-40B4-BE49-F238E27FC236}">
                  <a16:creationId xmlns:a16="http://schemas.microsoft.com/office/drawing/2014/main" id="{D57FE2AC-DB5B-5A4A-1BC7-9EEA307EC7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57" name="Rectangle 27">
              <a:extLst>
                <a:ext uri="{FF2B5EF4-FFF2-40B4-BE49-F238E27FC236}">
                  <a16:creationId xmlns:a16="http://schemas.microsoft.com/office/drawing/2014/main" id="{2B1F65F4-5FBA-B68E-DE7A-C22674978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58" name="Rectangle 28">
              <a:extLst>
                <a:ext uri="{FF2B5EF4-FFF2-40B4-BE49-F238E27FC236}">
                  <a16:creationId xmlns:a16="http://schemas.microsoft.com/office/drawing/2014/main" id="{45166BED-3E79-BB66-8378-7C15A759B8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59" name="Rectangle 29">
              <a:extLst>
                <a:ext uri="{FF2B5EF4-FFF2-40B4-BE49-F238E27FC236}">
                  <a16:creationId xmlns:a16="http://schemas.microsoft.com/office/drawing/2014/main" id="{C7818650-DCB7-80BD-B276-A74F995DAE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60" name="Isosceles Triangle 6159">
              <a:extLst>
                <a:ext uri="{FF2B5EF4-FFF2-40B4-BE49-F238E27FC236}">
                  <a16:creationId xmlns:a16="http://schemas.microsoft.com/office/drawing/2014/main" id="{F1E8C7D3-7E1E-24E7-4CAC-993AD2854F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61" name="Isosceles Triangle 6160">
              <a:extLst>
                <a:ext uri="{FF2B5EF4-FFF2-40B4-BE49-F238E27FC236}">
                  <a16:creationId xmlns:a16="http://schemas.microsoft.com/office/drawing/2014/main" id="{5A4C0C23-3B05-3CB8-0D7E-FF31B2BE9D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6163" name="Rectangle 6162">
            <a:extLst>
              <a:ext uri="{FF2B5EF4-FFF2-40B4-BE49-F238E27FC236}">
                <a16:creationId xmlns:a16="http://schemas.microsoft.com/office/drawing/2014/main" id="{34130EFD-A085-4F99-2DA6-9BC90826F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165" name="Group 6164">
            <a:extLst>
              <a:ext uri="{FF2B5EF4-FFF2-40B4-BE49-F238E27FC236}">
                <a16:creationId xmlns:a16="http://schemas.microsoft.com/office/drawing/2014/main" id="{5394A0DF-6F37-B102-F2C2-01B6D515D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6166" name="Straight Connector 6165">
              <a:extLst>
                <a:ext uri="{FF2B5EF4-FFF2-40B4-BE49-F238E27FC236}">
                  <a16:creationId xmlns:a16="http://schemas.microsoft.com/office/drawing/2014/main" id="{6FE32AB5-B77B-F2AA-37DB-AEDCD8FDF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67" name="Rectangle 23">
              <a:extLst>
                <a:ext uri="{FF2B5EF4-FFF2-40B4-BE49-F238E27FC236}">
                  <a16:creationId xmlns:a16="http://schemas.microsoft.com/office/drawing/2014/main" id="{5E1BAAD0-970B-9534-448F-422D3656B0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68" name="Rectangle 25">
              <a:extLst>
                <a:ext uri="{FF2B5EF4-FFF2-40B4-BE49-F238E27FC236}">
                  <a16:creationId xmlns:a16="http://schemas.microsoft.com/office/drawing/2014/main" id="{71E4C42D-F916-EEEE-D136-7A5961871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69" name="Isosceles Triangle 6168">
              <a:extLst>
                <a:ext uri="{FF2B5EF4-FFF2-40B4-BE49-F238E27FC236}">
                  <a16:creationId xmlns:a16="http://schemas.microsoft.com/office/drawing/2014/main" id="{A34D1F49-64C5-74F4-EAC9-22D05F3010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70" name="Rectangle 27">
              <a:extLst>
                <a:ext uri="{FF2B5EF4-FFF2-40B4-BE49-F238E27FC236}">
                  <a16:creationId xmlns:a16="http://schemas.microsoft.com/office/drawing/2014/main" id="{7CDE3E82-E1F0-90CE-CCBE-276A957C80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71" name="Rectangle 28">
              <a:extLst>
                <a:ext uri="{FF2B5EF4-FFF2-40B4-BE49-F238E27FC236}">
                  <a16:creationId xmlns:a16="http://schemas.microsoft.com/office/drawing/2014/main" id="{548632CF-1E8F-B25D-803D-29F570F847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72" name="Rectangle 29">
              <a:extLst>
                <a:ext uri="{FF2B5EF4-FFF2-40B4-BE49-F238E27FC236}">
                  <a16:creationId xmlns:a16="http://schemas.microsoft.com/office/drawing/2014/main" id="{9AE2F5DF-CB11-24BA-4766-C0639BFFC8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73" name="Isosceles Triangle 6172">
              <a:extLst>
                <a:ext uri="{FF2B5EF4-FFF2-40B4-BE49-F238E27FC236}">
                  <a16:creationId xmlns:a16="http://schemas.microsoft.com/office/drawing/2014/main" id="{26397E22-43B9-0E2F-2DED-896AF55695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74" name="Isosceles Triangle 6173">
              <a:extLst>
                <a:ext uri="{FF2B5EF4-FFF2-40B4-BE49-F238E27FC236}">
                  <a16:creationId xmlns:a16="http://schemas.microsoft.com/office/drawing/2014/main" id="{E426038C-420C-DEBF-9C1E-571988654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6176" name="Rectangle 6175">
            <a:extLst>
              <a:ext uri="{FF2B5EF4-FFF2-40B4-BE49-F238E27FC236}">
                <a16:creationId xmlns:a16="http://schemas.microsoft.com/office/drawing/2014/main" id="{54714BC1-FA7E-3B5F-E887-77A4ACA27A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CB42A107-C994-E76D-79F8-463B8E111E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0" t="28520" r="422" b="1703"/>
          <a:stretch>
            <a:fillRect/>
          </a:stretch>
        </p:blipFill>
        <p:spPr bwMode="auto">
          <a:xfrm>
            <a:off x="2045445" y="530473"/>
            <a:ext cx="8098062" cy="5788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7942278"/>
      </p:ext>
    </p:extLst>
  </p:cSld>
  <p:clrMapOvr>
    <a:masterClrMapping/>
  </p:clrMapOvr>
  <p:transition spd="slow">
    <p:cover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751D90-8B4A-72FD-EEBC-8483A90BB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1" name="Group 6150">
            <a:extLst>
              <a:ext uri="{FF2B5EF4-FFF2-40B4-BE49-F238E27FC236}">
                <a16:creationId xmlns:a16="http://schemas.microsoft.com/office/drawing/2014/main" id="{E833EEA7-C897-F8A7-2BE4-CBC540193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6152" name="Straight Connector 6151">
              <a:extLst>
                <a:ext uri="{FF2B5EF4-FFF2-40B4-BE49-F238E27FC236}">
                  <a16:creationId xmlns:a16="http://schemas.microsoft.com/office/drawing/2014/main" id="{33E5D246-C6A0-38CD-5ED5-F01D0859D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3" name="Straight Connector 6152">
              <a:extLst>
                <a:ext uri="{FF2B5EF4-FFF2-40B4-BE49-F238E27FC236}">
                  <a16:creationId xmlns:a16="http://schemas.microsoft.com/office/drawing/2014/main" id="{F4FE69B4-8044-9EEC-C45F-990111D9B7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54" name="Rectangle 23">
              <a:extLst>
                <a:ext uri="{FF2B5EF4-FFF2-40B4-BE49-F238E27FC236}">
                  <a16:creationId xmlns:a16="http://schemas.microsoft.com/office/drawing/2014/main" id="{9FFE8667-10A9-B030-2B1C-494CBCA59A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55" name="Rectangle 25">
              <a:extLst>
                <a:ext uri="{FF2B5EF4-FFF2-40B4-BE49-F238E27FC236}">
                  <a16:creationId xmlns:a16="http://schemas.microsoft.com/office/drawing/2014/main" id="{F0595C00-236B-54E2-C380-B23B25C454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56" name="Isosceles Triangle 6155">
              <a:extLst>
                <a:ext uri="{FF2B5EF4-FFF2-40B4-BE49-F238E27FC236}">
                  <a16:creationId xmlns:a16="http://schemas.microsoft.com/office/drawing/2014/main" id="{35369292-CC2C-F8E9-8D74-A0212F3B33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57" name="Rectangle 27">
              <a:extLst>
                <a:ext uri="{FF2B5EF4-FFF2-40B4-BE49-F238E27FC236}">
                  <a16:creationId xmlns:a16="http://schemas.microsoft.com/office/drawing/2014/main" id="{FE9D21F0-77C4-6707-485A-0644D9803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58" name="Rectangle 28">
              <a:extLst>
                <a:ext uri="{FF2B5EF4-FFF2-40B4-BE49-F238E27FC236}">
                  <a16:creationId xmlns:a16="http://schemas.microsoft.com/office/drawing/2014/main" id="{4F03DFAA-29F5-9899-66E9-6802C4EE56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59" name="Rectangle 29">
              <a:extLst>
                <a:ext uri="{FF2B5EF4-FFF2-40B4-BE49-F238E27FC236}">
                  <a16:creationId xmlns:a16="http://schemas.microsoft.com/office/drawing/2014/main" id="{B6A0B9DF-EB6D-CF84-8727-AB89BE97F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60" name="Isosceles Triangle 6159">
              <a:extLst>
                <a:ext uri="{FF2B5EF4-FFF2-40B4-BE49-F238E27FC236}">
                  <a16:creationId xmlns:a16="http://schemas.microsoft.com/office/drawing/2014/main" id="{5E6F4E7E-DAFB-7D63-5CA7-D375D7F3C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61" name="Isosceles Triangle 6160">
              <a:extLst>
                <a:ext uri="{FF2B5EF4-FFF2-40B4-BE49-F238E27FC236}">
                  <a16:creationId xmlns:a16="http://schemas.microsoft.com/office/drawing/2014/main" id="{15D461D1-747F-F4FE-6760-2D0D199B01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6163" name="Rectangle 6162">
            <a:extLst>
              <a:ext uri="{FF2B5EF4-FFF2-40B4-BE49-F238E27FC236}">
                <a16:creationId xmlns:a16="http://schemas.microsoft.com/office/drawing/2014/main" id="{54F81A24-981C-030D-3710-85827991A2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165" name="Group 6164">
            <a:extLst>
              <a:ext uri="{FF2B5EF4-FFF2-40B4-BE49-F238E27FC236}">
                <a16:creationId xmlns:a16="http://schemas.microsoft.com/office/drawing/2014/main" id="{3CF052C9-3021-5A3C-1B57-F8CD45EE3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6166" name="Straight Connector 6165">
              <a:extLst>
                <a:ext uri="{FF2B5EF4-FFF2-40B4-BE49-F238E27FC236}">
                  <a16:creationId xmlns:a16="http://schemas.microsoft.com/office/drawing/2014/main" id="{8E733D25-3FCB-05A8-6162-14D08DA967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67" name="Rectangle 23">
              <a:extLst>
                <a:ext uri="{FF2B5EF4-FFF2-40B4-BE49-F238E27FC236}">
                  <a16:creationId xmlns:a16="http://schemas.microsoft.com/office/drawing/2014/main" id="{F4BCCC3C-ADAF-1345-2733-0FA2599E9D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68" name="Rectangle 25">
              <a:extLst>
                <a:ext uri="{FF2B5EF4-FFF2-40B4-BE49-F238E27FC236}">
                  <a16:creationId xmlns:a16="http://schemas.microsoft.com/office/drawing/2014/main" id="{BFB34C50-6F5B-B6D4-F1B5-0DD07B8BA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69" name="Isosceles Triangle 6168">
              <a:extLst>
                <a:ext uri="{FF2B5EF4-FFF2-40B4-BE49-F238E27FC236}">
                  <a16:creationId xmlns:a16="http://schemas.microsoft.com/office/drawing/2014/main" id="{48B16EAF-E04B-F1F9-09A1-074A7E5CA6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70" name="Rectangle 27">
              <a:extLst>
                <a:ext uri="{FF2B5EF4-FFF2-40B4-BE49-F238E27FC236}">
                  <a16:creationId xmlns:a16="http://schemas.microsoft.com/office/drawing/2014/main" id="{CA6D0A60-1D37-AF90-CF60-001E14638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71" name="Rectangle 28">
              <a:extLst>
                <a:ext uri="{FF2B5EF4-FFF2-40B4-BE49-F238E27FC236}">
                  <a16:creationId xmlns:a16="http://schemas.microsoft.com/office/drawing/2014/main" id="{0A6387B6-243F-D39B-77E0-CC5848D73A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72" name="Rectangle 29">
              <a:extLst>
                <a:ext uri="{FF2B5EF4-FFF2-40B4-BE49-F238E27FC236}">
                  <a16:creationId xmlns:a16="http://schemas.microsoft.com/office/drawing/2014/main" id="{695607B8-9371-0FCB-921A-F941372B4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73" name="Isosceles Triangle 6172">
              <a:extLst>
                <a:ext uri="{FF2B5EF4-FFF2-40B4-BE49-F238E27FC236}">
                  <a16:creationId xmlns:a16="http://schemas.microsoft.com/office/drawing/2014/main" id="{238529B0-65C1-8F15-74C8-82767AA10F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74" name="Isosceles Triangle 6173">
              <a:extLst>
                <a:ext uri="{FF2B5EF4-FFF2-40B4-BE49-F238E27FC236}">
                  <a16:creationId xmlns:a16="http://schemas.microsoft.com/office/drawing/2014/main" id="{62632C93-4F64-38CF-D71B-DBE95A057E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6176" name="Rectangle 6175">
            <a:extLst>
              <a:ext uri="{FF2B5EF4-FFF2-40B4-BE49-F238E27FC236}">
                <a16:creationId xmlns:a16="http://schemas.microsoft.com/office/drawing/2014/main" id="{B28D1D75-61B7-FF49-846C-D99EAC04B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A8F15E1-FB99-E99A-27BD-5B4642D091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427" r="34442" b="66438"/>
          <a:stretch>
            <a:fillRect/>
          </a:stretch>
        </p:blipFill>
        <p:spPr>
          <a:xfrm>
            <a:off x="1011434" y="1123526"/>
            <a:ext cx="3191487" cy="460247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680E7661-2236-EE39-77A6-D90CE64545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12" t="35120" r="37299" b="40423"/>
          <a:stretch>
            <a:fillRect/>
          </a:stretch>
        </p:blipFill>
        <p:spPr>
          <a:xfrm>
            <a:off x="4744794" y="1916811"/>
            <a:ext cx="6670266" cy="301591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A4F83DF-A887-C05B-A8A1-8122E1A6CC50}"/>
              </a:ext>
            </a:extLst>
          </p:cNvPr>
          <p:cNvSpPr txBox="1"/>
          <p:nvPr/>
        </p:nvSpPr>
        <p:spPr>
          <a:xfrm>
            <a:off x="3641327" y="1074085"/>
            <a:ext cx="4906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accent2"/>
                </a:solidFill>
                <a:latin typeface="+mj-lt"/>
              </a:rPr>
              <a:t>Diagrama de classe</a:t>
            </a:r>
          </a:p>
        </p:txBody>
      </p:sp>
    </p:spTree>
    <p:extLst>
      <p:ext uri="{BB962C8B-B14F-4D97-AF65-F5344CB8AC3E}">
        <p14:creationId xmlns:p14="http://schemas.microsoft.com/office/powerpoint/2010/main" val="2747821532"/>
      </p:ext>
    </p:extLst>
  </p:cSld>
  <p:clrMapOvr>
    <a:masterClrMapping/>
  </p:clrMapOvr>
  <p:transition spd="slow">
    <p:cover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D6854B-FF16-F4EE-93E3-B8955FC0D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1" name="Group 6150">
            <a:extLst>
              <a:ext uri="{FF2B5EF4-FFF2-40B4-BE49-F238E27FC236}">
                <a16:creationId xmlns:a16="http://schemas.microsoft.com/office/drawing/2014/main" id="{48EACB7D-8227-E112-7EEC-E1B45444A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6152" name="Straight Connector 6151">
              <a:extLst>
                <a:ext uri="{FF2B5EF4-FFF2-40B4-BE49-F238E27FC236}">
                  <a16:creationId xmlns:a16="http://schemas.microsoft.com/office/drawing/2014/main" id="{445E7539-EF59-7DEC-7AD5-E2C399F8E3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3" name="Straight Connector 6152">
              <a:extLst>
                <a:ext uri="{FF2B5EF4-FFF2-40B4-BE49-F238E27FC236}">
                  <a16:creationId xmlns:a16="http://schemas.microsoft.com/office/drawing/2014/main" id="{8BB87861-3FCC-2029-5A71-47C1A93307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54" name="Rectangle 23">
              <a:extLst>
                <a:ext uri="{FF2B5EF4-FFF2-40B4-BE49-F238E27FC236}">
                  <a16:creationId xmlns:a16="http://schemas.microsoft.com/office/drawing/2014/main" id="{E1531466-2EBE-D6E9-471F-2D9828D5F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55" name="Rectangle 25">
              <a:extLst>
                <a:ext uri="{FF2B5EF4-FFF2-40B4-BE49-F238E27FC236}">
                  <a16:creationId xmlns:a16="http://schemas.microsoft.com/office/drawing/2014/main" id="{0D0D7E64-586F-0F85-82F4-5A9D6E088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56" name="Isosceles Triangle 6155">
              <a:extLst>
                <a:ext uri="{FF2B5EF4-FFF2-40B4-BE49-F238E27FC236}">
                  <a16:creationId xmlns:a16="http://schemas.microsoft.com/office/drawing/2014/main" id="{A7A33C3E-4896-6C9B-EC9E-8C0438477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57" name="Rectangle 27">
              <a:extLst>
                <a:ext uri="{FF2B5EF4-FFF2-40B4-BE49-F238E27FC236}">
                  <a16:creationId xmlns:a16="http://schemas.microsoft.com/office/drawing/2014/main" id="{74FE03B1-3CB2-B13F-2D43-CD9F59FF0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58" name="Rectangle 28">
              <a:extLst>
                <a:ext uri="{FF2B5EF4-FFF2-40B4-BE49-F238E27FC236}">
                  <a16:creationId xmlns:a16="http://schemas.microsoft.com/office/drawing/2014/main" id="{96B19046-73BC-7510-6060-819C6EEC9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59" name="Rectangle 29">
              <a:extLst>
                <a:ext uri="{FF2B5EF4-FFF2-40B4-BE49-F238E27FC236}">
                  <a16:creationId xmlns:a16="http://schemas.microsoft.com/office/drawing/2014/main" id="{85858A43-8463-20EE-3CA3-0B09BFD51D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60" name="Isosceles Triangle 6159">
              <a:extLst>
                <a:ext uri="{FF2B5EF4-FFF2-40B4-BE49-F238E27FC236}">
                  <a16:creationId xmlns:a16="http://schemas.microsoft.com/office/drawing/2014/main" id="{BDEFC110-10FE-8542-C314-06083F9792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61" name="Isosceles Triangle 6160">
              <a:extLst>
                <a:ext uri="{FF2B5EF4-FFF2-40B4-BE49-F238E27FC236}">
                  <a16:creationId xmlns:a16="http://schemas.microsoft.com/office/drawing/2014/main" id="{4BD4314B-2CCC-141D-85E7-315AEB95D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6163" name="Rectangle 6162">
            <a:extLst>
              <a:ext uri="{FF2B5EF4-FFF2-40B4-BE49-F238E27FC236}">
                <a16:creationId xmlns:a16="http://schemas.microsoft.com/office/drawing/2014/main" id="{9C313D87-A5D8-B525-EBF7-CD94E75B4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165" name="Group 6164">
            <a:extLst>
              <a:ext uri="{FF2B5EF4-FFF2-40B4-BE49-F238E27FC236}">
                <a16:creationId xmlns:a16="http://schemas.microsoft.com/office/drawing/2014/main" id="{ABE0A21A-EA68-C090-7C5F-3107C6F73B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6166" name="Straight Connector 6165">
              <a:extLst>
                <a:ext uri="{FF2B5EF4-FFF2-40B4-BE49-F238E27FC236}">
                  <a16:creationId xmlns:a16="http://schemas.microsoft.com/office/drawing/2014/main" id="{5B3B5E55-0307-465C-916D-6C8229BFB1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67" name="Rectangle 23">
              <a:extLst>
                <a:ext uri="{FF2B5EF4-FFF2-40B4-BE49-F238E27FC236}">
                  <a16:creationId xmlns:a16="http://schemas.microsoft.com/office/drawing/2014/main" id="{810F2CAE-3C37-2B0F-2BC7-AEDF100BF5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68" name="Rectangle 25">
              <a:extLst>
                <a:ext uri="{FF2B5EF4-FFF2-40B4-BE49-F238E27FC236}">
                  <a16:creationId xmlns:a16="http://schemas.microsoft.com/office/drawing/2014/main" id="{9562E7C7-B75C-8CC8-39A5-F9B28747EA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69" name="Isosceles Triangle 6168">
              <a:extLst>
                <a:ext uri="{FF2B5EF4-FFF2-40B4-BE49-F238E27FC236}">
                  <a16:creationId xmlns:a16="http://schemas.microsoft.com/office/drawing/2014/main" id="{FF007CD0-966C-165C-F9AF-2B52372A0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70" name="Rectangle 27">
              <a:extLst>
                <a:ext uri="{FF2B5EF4-FFF2-40B4-BE49-F238E27FC236}">
                  <a16:creationId xmlns:a16="http://schemas.microsoft.com/office/drawing/2014/main" id="{20BD30BD-7952-BF0C-A6BF-09516BC4F4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71" name="Rectangle 28">
              <a:extLst>
                <a:ext uri="{FF2B5EF4-FFF2-40B4-BE49-F238E27FC236}">
                  <a16:creationId xmlns:a16="http://schemas.microsoft.com/office/drawing/2014/main" id="{DD250BE0-565B-CA14-C51A-7767580B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72" name="Rectangle 29">
              <a:extLst>
                <a:ext uri="{FF2B5EF4-FFF2-40B4-BE49-F238E27FC236}">
                  <a16:creationId xmlns:a16="http://schemas.microsoft.com/office/drawing/2014/main" id="{627FC254-D15A-8839-8679-D0A9F7ABB6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73" name="Isosceles Triangle 6172">
              <a:extLst>
                <a:ext uri="{FF2B5EF4-FFF2-40B4-BE49-F238E27FC236}">
                  <a16:creationId xmlns:a16="http://schemas.microsoft.com/office/drawing/2014/main" id="{D9EEB9BF-4736-EA5B-32E6-732B35366C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74" name="Isosceles Triangle 6173">
              <a:extLst>
                <a:ext uri="{FF2B5EF4-FFF2-40B4-BE49-F238E27FC236}">
                  <a16:creationId xmlns:a16="http://schemas.microsoft.com/office/drawing/2014/main" id="{662C76A9-5E23-F806-1EEC-AEF268746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6176" name="Rectangle 6175">
            <a:extLst>
              <a:ext uri="{FF2B5EF4-FFF2-40B4-BE49-F238E27FC236}">
                <a16:creationId xmlns:a16="http://schemas.microsoft.com/office/drawing/2014/main" id="{DF8D78DB-C6EB-F108-F931-4FCBE3654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3D9383C8-C066-21DA-62F2-1D65EE7E68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360" t="59110" r="35258" b="19393"/>
          <a:stretch>
            <a:fillRect/>
          </a:stretch>
        </p:blipFill>
        <p:spPr>
          <a:xfrm>
            <a:off x="697876" y="2129774"/>
            <a:ext cx="6460295" cy="2589983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FEB77EB-8AAD-A79A-3418-C13446B839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659" t="82789" r="37163"/>
          <a:stretch>
            <a:fillRect/>
          </a:stretch>
        </p:blipFill>
        <p:spPr>
          <a:xfrm>
            <a:off x="7364909" y="1981769"/>
            <a:ext cx="3728624" cy="289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992171"/>
      </p:ext>
    </p:extLst>
  </p:cSld>
  <p:clrMapOvr>
    <a:masterClrMapping/>
  </p:clrMapOvr>
  <p:transition spd="slow">
    <p:cover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88C9B83F-64CD-41C1-925F-A08801F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1655065-0BD7-4422-BEC0-4401E9980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DDD90AC-ABEC-4A76-9C9C-AD0A5F8FC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23">
              <a:extLst>
                <a:ext uri="{FF2B5EF4-FFF2-40B4-BE49-F238E27FC236}">
                  <a16:creationId xmlns:a16="http://schemas.microsoft.com/office/drawing/2014/main" id="{21A8AFEF-EC50-4C0B-9C64-814B76C82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7" name="Rectangle 25">
              <a:extLst>
                <a:ext uri="{FF2B5EF4-FFF2-40B4-BE49-F238E27FC236}">
                  <a16:creationId xmlns:a16="http://schemas.microsoft.com/office/drawing/2014/main" id="{CAFAA800-E117-4357-84E4-56B63EA03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8DDFC9F4-3B45-402D-8AD7-60B3F08E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Rectangle 27">
              <a:extLst>
                <a:ext uri="{FF2B5EF4-FFF2-40B4-BE49-F238E27FC236}">
                  <a16:creationId xmlns:a16="http://schemas.microsoft.com/office/drawing/2014/main" id="{F26A0854-FBE4-4587-B349-06BE192BD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0" name="Rectangle 28">
              <a:extLst>
                <a:ext uri="{FF2B5EF4-FFF2-40B4-BE49-F238E27FC236}">
                  <a16:creationId xmlns:a16="http://schemas.microsoft.com/office/drawing/2014/main" id="{54A9C4C6-FF7D-470E-BFCA-CE4F60A1F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1" name="Rectangle 29">
              <a:extLst>
                <a:ext uri="{FF2B5EF4-FFF2-40B4-BE49-F238E27FC236}">
                  <a16:creationId xmlns:a16="http://schemas.microsoft.com/office/drawing/2014/main" id="{B1721EA8-4871-45D4-B78F-AE805A300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0" name="Isosceles Triangle 21">
              <a:extLst>
                <a:ext uri="{FF2B5EF4-FFF2-40B4-BE49-F238E27FC236}">
                  <a16:creationId xmlns:a16="http://schemas.microsoft.com/office/drawing/2014/main" id="{E5763971-E3A3-45C6-9BA8-2E032C7A5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32752E94-0E01-4AF5-A43A-F2FAD8737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pic>
        <p:nvPicPr>
          <p:cNvPr id="8" name="Imagem 7">
            <a:extLst>
              <a:ext uri="{FF2B5EF4-FFF2-40B4-BE49-F238E27FC236}">
                <a16:creationId xmlns:a16="http://schemas.microsoft.com/office/drawing/2014/main" id="{38325289-C9C1-954B-B19A-8364DB6CE5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09" r="3" b="9093"/>
          <a:stretch>
            <a:fillRect/>
          </a:stretch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A376460-9B6D-C8F9-C4B7-FFA1277E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338" y="1560679"/>
            <a:ext cx="4088190" cy="23690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b="1" dirty="0"/>
              <a:t>7. Teste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57C1A16-B8AB-4D99-A195-A38F5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8A9B20B-D1DD-4573-B5EC-558029519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3">
            <a:extLst>
              <a:ext uri="{FF2B5EF4-FFF2-40B4-BE49-F238E27FC236}">
                <a16:creationId xmlns:a16="http://schemas.microsoft.com/office/drawing/2014/main" id="{66D61E08-70C3-48D8-BEA0-787111DC3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1" name="Rectangle 25">
            <a:extLst>
              <a:ext uri="{FF2B5EF4-FFF2-40B4-BE49-F238E27FC236}">
                <a16:creationId xmlns:a16="http://schemas.microsoft.com/office/drawing/2014/main" id="{FC55298F-0AE5-478E-AD2B-03C2614C5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3" name="Isosceles Triangle 24">
            <a:extLst>
              <a:ext uri="{FF2B5EF4-FFF2-40B4-BE49-F238E27FC236}">
                <a16:creationId xmlns:a16="http://schemas.microsoft.com/office/drawing/2014/main" id="{C180E4EA-0B63-4779-A895-7E90E7108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5" name="Rectangle 27">
            <a:extLst>
              <a:ext uri="{FF2B5EF4-FFF2-40B4-BE49-F238E27FC236}">
                <a16:creationId xmlns:a16="http://schemas.microsoft.com/office/drawing/2014/main" id="{CEE01D9D-3DE8-4EED-B0D3-8F3C79CC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7" name="Rectangle 28">
            <a:extLst>
              <a:ext uri="{FF2B5EF4-FFF2-40B4-BE49-F238E27FC236}">
                <a16:creationId xmlns:a16="http://schemas.microsoft.com/office/drawing/2014/main" id="{89AF5CE9-607F-43F4-8983-DCD6DA40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9" name="Rectangle 29">
            <a:extLst>
              <a:ext uri="{FF2B5EF4-FFF2-40B4-BE49-F238E27FC236}">
                <a16:creationId xmlns:a16="http://schemas.microsoft.com/office/drawing/2014/main" id="{6EEA2DBD-9E1E-4521-8C01-F32AD18A8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41" name="Isosceles Triangle 29">
            <a:extLst>
              <a:ext uri="{FF2B5EF4-FFF2-40B4-BE49-F238E27FC236}">
                <a16:creationId xmlns:a16="http://schemas.microsoft.com/office/drawing/2014/main" id="{15BBD2C1-BA9B-46A9-A27A-33498B16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491881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E5CBB2-AA43-1F6D-8E78-AC908CC36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1" name="Group 6150">
            <a:extLst>
              <a:ext uri="{FF2B5EF4-FFF2-40B4-BE49-F238E27FC236}">
                <a16:creationId xmlns:a16="http://schemas.microsoft.com/office/drawing/2014/main" id="{A4FF0467-CF85-03C6-3082-3AF0FD5A1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6152" name="Straight Connector 6151">
              <a:extLst>
                <a:ext uri="{FF2B5EF4-FFF2-40B4-BE49-F238E27FC236}">
                  <a16:creationId xmlns:a16="http://schemas.microsoft.com/office/drawing/2014/main" id="{DB0FE0BE-9466-8648-68E9-A442FC2651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3" name="Straight Connector 6152">
              <a:extLst>
                <a:ext uri="{FF2B5EF4-FFF2-40B4-BE49-F238E27FC236}">
                  <a16:creationId xmlns:a16="http://schemas.microsoft.com/office/drawing/2014/main" id="{B124E9A9-C5A1-801D-7D7F-561E1EEA3D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54" name="Rectangle 23">
              <a:extLst>
                <a:ext uri="{FF2B5EF4-FFF2-40B4-BE49-F238E27FC236}">
                  <a16:creationId xmlns:a16="http://schemas.microsoft.com/office/drawing/2014/main" id="{D2D19919-0CF8-E0D5-EBEA-AF7FCBF6C8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55" name="Rectangle 25">
              <a:extLst>
                <a:ext uri="{FF2B5EF4-FFF2-40B4-BE49-F238E27FC236}">
                  <a16:creationId xmlns:a16="http://schemas.microsoft.com/office/drawing/2014/main" id="{FA23E052-56D3-6FE4-E9D5-7B74479E40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56" name="Isosceles Triangle 6155">
              <a:extLst>
                <a:ext uri="{FF2B5EF4-FFF2-40B4-BE49-F238E27FC236}">
                  <a16:creationId xmlns:a16="http://schemas.microsoft.com/office/drawing/2014/main" id="{13155F3F-BDB0-4198-B247-C7A662DF6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57" name="Rectangle 27">
              <a:extLst>
                <a:ext uri="{FF2B5EF4-FFF2-40B4-BE49-F238E27FC236}">
                  <a16:creationId xmlns:a16="http://schemas.microsoft.com/office/drawing/2014/main" id="{35802905-97C5-837F-BB03-D0F46FE48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58" name="Rectangle 28">
              <a:extLst>
                <a:ext uri="{FF2B5EF4-FFF2-40B4-BE49-F238E27FC236}">
                  <a16:creationId xmlns:a16="http://schemas.microsoft.com/office/drawing/2014/main" id="{ACAE5CC9-FFF0-59DB-9D79-8B0A5B4CE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59" name="Rectangle 29">
              <a:extLst>
                <a:ext uri="{FF2B5EF4-FFF2-40B4-BE49-F238E27FC236}">
                  <a16:creationId xmlns:a16="http://schemas.microsoft.com/office/drawing/2014/main" id="{9A80A51E-0BC9-5D26-EDAF-9250C000F6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60" name="Isosceles Triangle 6159">
              <a:extLst>
                <a:ext uri="{FF2B5EF4-FFF2-40B4-BE49-F238E27FC236}">
                  <a16:creationId xmlns:a16="http://schemas.microsoft.com/office/drawing/2014/main" id="{2CD196FA-3EEA-D181-9E87-A68332A627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61" name="Isosceles Triangle 6160">
              <a:extLst>
                <a:ext uri="{FF2B5EF4-FFF2-40B4-BE49-F238E27FC236}">
                  <a16:creationId xmlns:a16="http://schemas.microsoft.com/office/drawing/2014/main" id="{41D710C1-7395-7085-00E0-EE9BC1F611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6163" name="Rectangle 6162">
            <a:extLst>
              <a:ext uri="{FF2B5EF4-FFF2-40B4-BE49-F238E27FC236}">
                <a16:creationId xmlns:a16="http://schemas.microsoft.com/office/drawing/2014/main" id="{6458D229-2B0A-4D5A-3378-AB9D10029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165" name="Group 6164">
            <a:extLst>
              <a:ext uri="{FF2B5EF4-FFF2-40B4-BE49-F238E27FC236}">
                <a16:creationId xmlns:a16="http://schemas.microsoft.com/office/drawing/2014/main" id="{3BA50349-E969-270D-A1AB-76B788FFA7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6166" name="Straight Connector 6165">
              <a:extLst>
                <a:ext uri="{FF2B5EF4-FFF2-40B4-BE49-F238E27FC236}">
                  <a16:creationId xmlns:a16="http://schemas.microsoft.com/office/drawing/2014/main" id="{A8F55DC9-8FE0-2C8B-E176-D9554C71F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67" name="Rectangle 23">
              <a:extLst>
                <a:ext uri="{FF2B5EF4-FFF2-40B4-BE49-F238E27FC236}">
                  <a16:creationId xmlns:a16="http://schemas.microsoft.com/office/drawing/2014/main" id="{73BACE36-73FC-4F2A-C06F-01FCFCCAE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68" name="Rectangle 25">
              <a:extLst>
                <a:ext uri="{FF2B5EF4-FFF2-40B4-BE49-F238E27FC236}">
                  <a16:creationId xmlns:a16="http://schemas.microsoft.com/office/drawing/2014/main" id="{BF18AB0F-D5D4-8A3F-6D9A-6180D7E29E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69" name="Isosceles Triangle 6168">
              <a:extLst>
                <a:ext uri="{FF2B5EF4-FFF2-40B4-BE49-F238E27FC236}">
                  <a16:creationId xmlns:a16="http://schemas.microsoft.com/office/drawing/2014/main" id="{F5CB1E7D-F19C-5407-2896-423C554FD4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70" name="Rectangle 27">
              <a:extLst>
                <a:ext uri="{FF2B5EF4-FFF2-40B4-BE49-F238E27FC236}">
                  <a16:creationId xmlns:a16="http://schemas.microsoft.com/office/drawing/2014/main" id="{07E05C29-7562-3005-C3E7-C627927243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71" name="Rectangle 28">
              <a:extLst>
                <a:ext uri="{FF2B5EF4-FFF2-40B4-BE49-F238E27FC236}">
                  <a16:creationId xmlns:a16="http://schemas.microsoft.com/office/drawing/2014/main" id="{97B6702F-C010-FBB4-A114-F4B6F76AB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72" name="Rectangle 29">
              <a:extLst>
                <a:ext uri="{FF2B5EF4-FFF2-40B4-BE49-F238E27FC236}">
                  <a16:creationId xmlns:a16="http://schemas.microsoft.com/office/drawing/2014/main" id="{4654F7DA-A5E5-6B50-5759-D883B41F91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73" name="Isosceles Triangle 6172">
              <a:extLst>
                <a:ext uri="{FF2B5EF4-FFF2-40B4-BE49-F238E27FC236}">
                  <a16:creationId xmlns:a16="http://schemas.microsoft.com/office/drawing/2014/main" id="{364BCB03-5AC1-099D-1C64-B427D6756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6174" name="Isosceles Triangle 6173">
              <a:extLst>
                <a:ext uri="{FF2B5EF4-FFF2-40B4-BE49-F238E27FC236}">
                  <a16:creationId xmlns:a16="http://schemas.microsoft.com/office/drawing/2014/main" id="{8DC7C66E-8AC3-3670-45A7-AE0435078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6176" name="Rectangle 6175">
            <a:extLst>
              <a:ext uri="{FF2B5EF4-FFF2-40B4-BE49-F238E27FC236}">
                <a16:creationId xmlns:a16="http://schemas.microsoft.com/office/drawing/2014/main" id="{099369D7-DC03-9885-277E-372B854E3A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CAB2CFF-0CA0-B380-877E-B9291F9B8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96" y="1251556"/>
            <a:ext cx="11151557" cy="123803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12B8E88-E0CF-B4B9-3598-F9AED568A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41" y="2762627"/>
            <a:ext cx="11047466" cy="155326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3BCAE4C-592E-E197-8CF3-1396973C73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696" y="4660950"/>
            <a:ext cx="11151557" cy="137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259129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Facetado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</Words>
  <Application>Microsoft Office PowerPoint</Application>
  <PresentationFormat>Widescreen</PresentationFormat>
  <Paragraphs>19</Paragraphs>
  <Slides>26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1" baseType="lpstr">
      <vt:lpstr>Aptos Black</vt:lpstr>
      <vt:lpstr>Arial</vt:lpstr>
      <vt:lpstr>Trebuchet MS</vt:lpstr>
      <vt:lpstr>Wingdings 3</vt:lpstr>
      <vt:lpstr>Facetado</vt:lpstr>
      <vt:lpstr> </vt:lpstr>
      <vt:lpstr>1. Requisitos</vt:lpstr>
      <vt:lpstr>Apresentação do PowerPoint</vt:lpstr>
      <vt:lpstr>Apresentação do PowerPoint</vt:lpstr>
      <vt:lpstr>Apresentação do PowerPoint</vt:lpstr>
      <vt:lpstr>2. Interface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3. Gestão de Configuração de Software</vt:lpstr>
      <vt:lpstr>Apresentação do PowerPoint</vt:lpstr>
      <vt:lpstr>4. Métricas</vt:lpstr>
      <vt:lpstr>5. SCRUM</vt:lpstr>
      <vt:lpstr>Apresentação do PowerPoint</vt:lpstr>
      <vt:lpstr>Apresentação do PowerPoint</vt:lpstr>
      <vt:lpstr>Apresentação do PowerPoint</vt:lpstr>
      <vt:lpstr>Apresentação do PowerPoint</vt:lpstr>
      <vt:lpstr>6. Projeto</vt:lpstr>
      <vt:lpstr>Apresentação do PowerPoint</vt:lpstr>
      <vt:lpstr>Apresentação do PowerPoint</vt:lpstr>
      <vt:lpstr>Apresentação do PowerPoint</vt:lpstr>
      <vt:lpstr>Apresentação do PowerPoint</vt:lpstr>
      <vt:lpstr>7. Teste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ECONECTA</dc:title>
  <dc:creator>Gabrielle Marcelino</dc:creator>
  <cp:lastModifiedBy>GABRIELLE VIEIRA MARCELINO</cp:lastModifiedBy>
  <cp:revision>1</cp:revision>
  <dcterms:created xsi:type="dcterms:W3CDTF">2025-11-25T00:00:43Z</dcterms:created>
  <dcterms:modified xsi:type="dcterms:W3CDTF">2025-11-27T02:54:58Z</dcterms:modified>
</cp:coreProperties>
</file>